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32499300" cy="18288000"/>
  <p:notesSz cx="6858000" cy="9144000"/>
  <p:embeddedFontLst>
    <p:embeddedFont>
      <p:font typeface="Poppins 1 Bold" charset="1" panose="00000800000000000000"/>
      <p:regular r:id="rId17"/>
    </p:embeddedFont>
    <p:embeddedFont>
      <p:font typeface="Poppins 1 Semi-Bold" charset="1" panose="00000700000000000000"/>
      <p:regular r:id="rId18"/>
    </p:embeddedFont>
    <p:embeddedFont>
      <p:font typeface="Poppins 1" charset="1" panose="00000500000000000000"/>
      <p:regular r:id="rId19"/>
    </p:embeddedFont>
    <p:embeddedFont>
      <p:font typeface="Poppins 2 Bold" charset="1" panose="00000800000000000000"/>
      <p:regular r:id="rId20"/>
    </p:embeddedFont>
    <p:embeddedFont>
      <p:font typeface="Poppins 2" charset="1" panose="00000500000000000000"/>
      <p:regular r:id="rId21"/>
    </p:embeddedFont>
    <p:embeddedFont>
      <p:font typeface="Poppins 2 Semi-Bold" charset="1" panose="000007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png" Type="http://schemas.openxmlformats.org/officeDocument/2006/relationships/image"/><Relationship Id="rId13" Target="../media/image12.png" Type="http://schemas.openxmlformats.org/officeDocument/2006/relationships/image"/><Relationship Id="rId2" Target="../media/image17.png" Type="http://schemas.openxmlformats.org/officeDocument/2006/relationships/image"/><Relationship Id="rId3" Target="../media/image11.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1.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png" Type="http://schemas.openxmlformats.org/officeDocument/2006/relationships/image"/><Relationship Id="rId12" Target="../media/image40.png" Type="http://schemas.openxmlformats.org/officeDocument/2006/relationships/image"/><Relationship Id="rId13" Target="../media/image41.png" Type="http://schemas.openxmlformats.org/officeDocument/2006/relationships/image"/><Relationship Id="rId14" Target="../media/image42.png" Type="http://schemas.openxmlformats.org/officeDocument/2006/relationships/image"/><Relationship Id="rId15" Target="../media/image43.png" Type="http://schemas.openxmlformats.org/officeDocument/2006/relationships/image"/><Relationship Id="rId16" Target="../media/image44.png" Type="http://schemas.openxmlformats.org/officeDocument/2006/relationships/image"/><Relationship Id="rId17" Target="../media/image45.png" Type="http://schemas.openxmlformats.org/officeDocument/2006/relationships/image"/><Relationship Id="rId18" Target="../media/image46.png" Type="http://schemas.openxmlformats.org/officeDocument/2006/relationships/image"/><Relationship Id="rId19" Target="../media/image47.png" Type="http://schemas.openxmlformats.org/officeDocument/2006/relationships/image"/><Relationship Id="rId2" Target="../media/image30.png" Type="http://schemas.openxmlformats.org/officeDocument/2006/relationships/image"/><Relationship Id="rId20" Target="../media/image48.png" Type="http://schemas.openxmlformats.org/officeDocument/2006/relationships/image"/><Relationship Id="rId21" Target="../media/image49.png" Type="http://schemas.openxmlformats.org/officeDocument/2006/relationships/image"/><Relationship Id="rId22" Target="../media/image50.png" Type="http://schemas.openxmlformats.org/officeDocument/2006/relationships/image"/><Relationship Id="rId23" Target="../media/image12.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1.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5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11" Target="../media/image60.png" Type="http://schemas.openxmlformats.org/officeDocument/2006/relationships/image"/><Relationship Id="rId12" Target="../media/image61.png" Type="http://schemas.openxmlformats.org/officeDocument/2006/relationships/image"/><Relationship Id="rId13" Target="../media/image12.png" Type="http://schemas.openxmlformats.org/officeDocument/2006/relationships/image"/><Relationship Id="rId14" Target="../media/image62.png" Type="http://schemas.openxmlformats.org/officeDocument/2006/relationships/image"/><Relationship Id="rId15" Target="../media/image63.svg" Type="http://schemas.openxmlformats.org/officeDocument/2006/relationships/image"/><Relationship Id="rId2" Target="../media/image52.png" Type="http://schemas.openxmlformats.org/officeDocument/2006/relationships/image"/><Relationship Id="rId3" Target="../media/image11.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 Id="rId8" Target="../media/image57.png" Type="http://schemas.openxmlformats.org/officeDocument/2006/relationships/image"/><Relationship Id="rId9" Target="../media/image5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png" Type="http://schemas.openxmlformats.org/officeDocument/2006/relationships/image"/><Relationship Id="rId11" Target="../media/image73.png" Type="http://schemas.openxmlformats.org/officeDocument/2006/relationships/image"/><Relationship Id="rId12" Target="../media/image12.png" Type="http://schemas.openxmlformats.org/officeDocument/2006/relationships/image"/><Relationship Id="rId13" Target="../media/image74.png" Type="http://schemas.openxmlformats.org/officeDocument/2006/relationships/image"/><Relationship Id="rId14" Target="../media/image75.png" Type="http://schemas.openxmlformats.org/officeDocument/2006/relationships/image"/><Relationship Id="rId2" Target="../media/image64.png" Type="http://schemas.openxmlformats.org/officeDocument/2006/relationships/image"/><Relationship Id="rId3" Target="../media/image65.png" Type="http://schemas.openxmlformats.org/officeDocument/2006/relationships/image"/><Relationship Id="rId4" Target="../media/image66.png" Type="http://schemas.openxmlformats.org/officeDocument/2006/relationships/image"/><Relationship Id="rId5" Target="../media/image67.png" Type="http://schemas.openxmlformats.org/officeDocument/2006/relationships/image"/><Relationship Id="rId6" Target="../media/image68.png" Type="http://schemas.openxmlformats.org/officeDocument/2006/relationships/image"/><Relationship Id="rId7" Target="../media/image69.png" Type="http://schemas.openxmlformats.org/officeDocument/2006/relationships/image"/><Relationship Id="rId8" Target="../media/image70.png" Type="http://schemas.openxmlformats.org/officeDocument/2006/relationships/image"/><Relationship Id="rId9" Target="../media/image7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png" Type="http://schemas.openxmlformats.org/officeDocument/2006/relationships/image"/><Relationship Id="rId11" Target="../media/image73.png" Type="http://schemas.openxmlformats.org/officeDocument/2006/relationships/image"/><Relationship Id="rId12" Target="../media/image12.png" Type="http://schemas.openxmlformats.org/officeDocument/2006/relationships/image"/><Relationship Id="rId13" Target="../media/image76.png" Type="http://schemas.openxmlformats.org/officeDocument/2006/relationships/image"/><Relationship Id="rId14" Target="../media/image77.png" Type="http://schemas.openxmlformats.org/officeDocument/2006/relationships/image"/><Relationship Id="rId2" Target="../media/image64.png" Type="http://schemas.openxmlformats.org/officeDocument/2006/relationships/image"/><Relationship Id="rId3" Target="../media/image65.png" Type="http://schemas.openxmlformats.org/officeDocument/2006/relationships/image"/><Relationship Id="rId4" Target="../media/image66.png" Type="http://schemas.openxmlformats.org/officeDocument/2006/relationships/image"/><Relationship Id="rId5" Target="../media/image67.png" Type="http://schemas.openxmlformats.org/officeDocument/2006/relationships/image"/><Relationship Id="rId6" Target="../media/image68.png" Type="http://schemas.openxmlformats.org/officeDocument/2006/relationships/image"/><Relationship Id="rId7" Target="../media/image69.png" Type="http://schemas.openxmlformats.org/officeDocument/2006/relationships/image"/><Relationship Id="rId8" Target="../media/image70.png" Type="http://schemas.openxmlformats.org/officeDocument/2006/relationships/image"/><Relationship Id="rId9" Target="../media/image7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78.png" Type="http://schemas.openxmlformats.org/officeDocument/2006/relationships/image"/><Relationship Id="rId12" Target="../media/image79.svg" Type="http://schemas.openxmlformats.org/officeDocument/2006/relationships/image"/><Relationship Id="rId13" Target="../media/image80.png" Type="http://schemas.openxmlformats.org/officeDocument/2006/relationships/image"/><Relationship Id="rId14" Target="../media/image81.png" Type="http://schemas.openxmlformats.org/officeDocument/2006/relationships/image"/><Relationship Id="rId15" Target="../media/image82.png" Type="http://schemas.openxmlformats.org/officeDocument/2006/relationships/image"/><Relationship Id="rId16" Target="../media/image83.svg" Type="http://schemas.openxmlformats.org/officeDocument/2006/relationships/image"/><Relationship Id="rId17" Target="../media/image12.png" Type="http://schemas.openxmlformats.org/officeDocument/2006/relationships/image"/><Relationship Id="rId2" Target="../media/image64.png" Type="http://schemas.openxmlformats.org/officeDocument/2006/relationships/image"/><Relationship Id="rId3" Target="../media/image65.png" Type="http://schemas.openxmlformats.org/officeDocument/2006/relationships/image"/><Relationship Id="rId4" Target="../media/image66.png" Type="http://schemas.openxmlformats.org/officeDocument/2006/relationships/image"/><Relationship Id="rId5" Target="../media/image67.png" Type="http://schemas.openxmlformats.org/officeDocument/2006/relationships/image"/><Relationship Id="rId6" Target="../media/image68.png" Type="http://schemas.openxmlformats.org/officeDocument/2006/relationships/image"/><Relationship Id="rId7" Target="../media/image69.png" Type="http://schemas.openxmlformats.org/officeDocument/2006/relationships/image"/><Relationship Id="rId8" Target="../media/image70.png" Type="http://schemas.openxmlformats.org/officeDocument/2006/relationships/image"/><Relationship Id="rId9" Target="../media/image7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png" Type="http://schemas.openxmlformats.org/officeDocument/2006/relationships/image"/><Relationship Id="rId12" Target="../media/image48.png" Type="http://schemas.openxmlformats.org/officeDocument/2006/relationships/image"/><Relationship Id="rId13" Target="../media/image49.png" Type="http://schemas.openxmlformats.org/officeDocument/2006/relationships/image"/><Relationship Id="rId14" Target="../media/image50.png" Type="http://schemas.openxmlformats.org/officeDocument/2006/relationships/image"/><Relationship Id="rId15" Target="../media/image84.png" Type="http://schemas.openxmlformats.org/officeDocument/2006/relationships/image"/><Relationship Id="rId16" Target="../media/image85.svg" Type="http://schemas.openxmlformats.org/officeDocument/2006/relationships/image"/><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341103" y="3747000"/>
            <a:ext cx="11071718" cy="6553500"/>
            <a:chOff x="0" y="0"/>
            <a:chExt cx="14762290" cy="8738000"/>
          </a:xfrm>
        </p:grpSpPr>
        <p:sp>
          <p:nvSpPr>
            <p:cNvPr name="Freeform 5" id="5"/>
            <p:cNvSpPr/>
            <p:nvPr/>
          </p:nvSpPr>
          <p:spPr>
            <a:xfrm flipH="false" flipV="false" rot="0">
              <a:off x="0" y="0"/>
              <a:ext cx="14762290" cy="8738000"/>
            </a:xfrm>
            <a:custGeom>
              <a:avLst/>
              <a:gdLst/>
              <a:ahLst/>
              <a:cxnLst/>
              <a:rect r="r" b="b" t="t" l="l"/>
              <a:pathLst>
                <a:path h="8738000" w="14762290">
                  <a:moveTo>
                    <a:pt x="0" y="0"/>
                  </a:moveTo>
                  <a:lnTo>
                    <a:pt x="14762290" y="0"/>
                  </a:lnTo>
                  <a:lnTo>
                    <a:pt x="14762290" y="8738000"/>
                  </a:lnTo>
                  <a:lnTo>
                    <a:pt x="0" y="8738000"/>
                  </a:lnTo>
                  <a:close/>
                </a:path>
              </a:pathLst>
            </a:custGeom>
            <a:blipFill>
              <a:blip r:embed="rId3"/>
              <a:stretch>
                <a:fillRect l="0" t="-57" r="0" b="-57"/>
              </a:stretch>
            </a:blipFill>
          </p:spPr>
        </p:sp>
      </p:grpSp>
      <p:grpSp>
        <p:nvGrpSpPr>
          <p:cNvPr name="Group 6" id="6"/>
          <p:cNvGrpSpPr/>
          <p:nvPr/>
        </p:nvGrpSpPr>
        <p:grpSpPr>
          <a:xfrm rot="0">
            <a:off x="-341103" y="10300500"/>
            <a:ext cx="10275712" cy="8095500"/>
            <a:chOff x="0" y="0"/>
            <a:chExt cx="13700949" cy="10794000"/>
          </a:xfrm>
        </p:grpSpPr>
        <p:sp>
          <p:nvSpPr>
            <p:cNvPr name="Freeform 7" id="7"/>
            <p:cNvSpPr/>
            <p:nvPr/>
          </p:nvSpPr>
          <p:spPr>
            <a:xfrm flipH="false" flipV="false" rot="0">
              <a:off x="0" y="0"/>
              <a:ext cx="13700950" cy="10794000"/>
            </a:xfrm>
            <a:custGeom>
              <a:avLst/>
              <a:gdLst/>
              <a:ahLst/>
              <a:cxnLst/>
              <a:rect r="r" b="b" t="t" l="l"/>
              <a:pathLst>
                <a:path h="10794000" w="13700950">
                  <a:moveTo>
                    <a:pt x="0" y="0"/>
                  </a:moveTo>
                  <a:lnTo>
                    <a:pt x="13700950" y="0"/>
                  </a:lnTo>
                  <a:lnTo>
                    <a:pt x="13700950" y="10794000"/>
                  </a:lnTo>
                  <a:lnTo>
                    <a:pt x="0" y="10794000"/>
                  </a:lnTo>
                  <a:close/>
                </a:path>
              </a:pathLst>
            </a:custGeom>
            <a:blipFill>
              <a:blip r:embed="rId4"/>
              <a:stretch>
                <a:fillRect l="0" t="-57" r="0" b="-57"/>
              </a:stretch>
            </a:blipFill>
          </p:spPr>
        </p:sp>
      </p:grpSp>
      <p:grpSp>
        <p:nvGrpSpPr>
          <p:cNvPr name="Group 8" id="8"/>
          <p:cNvGrpSpPr/>
          <p:nvPr/>
        </p:nvGrpSpPr>
        <p:grpSpPr>
          <a:xfrm rot="0">
            <a:off x="24142107" y="-108000"/>
            <a:ext cx="8707821" cy="7710000"/>
            <a:chOff x="0" y="0"/>
            <a:chExt cx="11610429" cy="10280000"/>
          </a:xfrm>
        </p:grpSpPr>
        <p:sp>
          <p:nvSpPr>
            <p:cNvPr name="Freeform 9" id="9"/>
            <p:cNvSpPr/>
            <p:nvPr/>
          </p:nvSpPr>
          <p:spPr>
            <a:xfrm flipH="false" flipV="false" rot="0">
              <a:off x="0" y="0"/>
              <a:ext cx="11610429" cy="10280000"/>
            </a:xfrm>
            <a:custGeom>
              <a:avLst/>
              <a:gdLst/>
              <a:ahLst/>
              <a:cxnLst/>
              <a:rect r="r" b="b" t="t" l="l"/>
              <a:pathLst>
                <a:path h="10280000" w="11610429">
                  <a:moveTo>
                    <a:pt x="0" y="0"/>
                  </a:moveTo>
                  <a:lnTo>
                    <a:pt x="11610429" y="0"/>
                  </a:lnTo>
                  <a:lnTo>
                    <a:pt x="11610429" y="10280000"/>
                  </a:lnTo>
                  <a:lnTo>
                    <a:pt x="0" y="10280000"/>
                  </a:lnTo>
                  <a:close/>
                </a:path>
              </a:pathLst>
            </a:custGeom>
            <a:blipFill>
              <a:blip r:embed="rId5"/>
              <a:stretch>
                <a:fillRect l="0" t="-57" r="0" b="-57"/>
              </a:stretch>
            </a:blipFill>
          </p:spPr>
        </p:sp>
      </p:grpSp>
      <p:grpSp>
        <p:nvGrpSpPr>
          <p:cNvPr name="Group 10" id="10"/>
          <p:cNvGrpSpPr/>
          <p:nvPr/>
        </p:nvGrpSpPr>
        <p:grpSpPr>
          <a:xfrm rot="0">
            <a:off x="26916066" y="7216500"/>
            <a:ext cx="5933862" cy="8095500"/>
            <a:chOff x="0" y="0"/>
            <a:chExt cx="7911816" cy="10794000"/>
          </a:xfrm>
        </p:grpSpPr>
        <p:sp>
          <p:nvSpPr>
            <p:cNvPr name="Freeform 11" id="11"/>
            <p:cNvSpPr/>
            <p:nvPr/>
          </p:nvSpPr>
          <p:spPr>
            <a:xfrm flipH="false" flipV="false" rot="0">
              <a:off x="0" y="0"/>
              <a:ext cx="7911816" cy="10794000"/>
            </a:xfrm>
            <a:custGeom>
              <a:avLst/>
              <a:gdLst/>
              <a:ahLst/>
              <a:cxnLst/>
              <a:rect r="r" b="b" t="t" l="l"/>
              <a:pathLst>
                <a:path h="10794000" w="7911816">
                  <a:moveTo>
                    <a:pt x="0" y="0"/>
                  </a:moveTo>
                  <a:lnTo>
                    <a:pt x="7911816" y="0"/>
                  </a:lnTo>
                  <a:lnTo>
                    <a:pt x="7911816" y="10794000"/>
                  </a:lnTo>
                  <a:lnTo>
                    <a:pt x="0" y="10794000"/>
                  </a:lnTo>
                  <a:close/>
                </a:path>
              </a:pathLst>
            </a:custGeom>
            <a:blipFill>
              <a:blip r:embed="rId6"/>
              <a:stretch>
                <a:fillRect l="0" t="-57" r="0" b="-57"/>
              </a:stretch>
            </a:blipFill>
          </p:spPr>
        </p:sp>
      </p:grpSp>
      <p:grpSp>
        <p:nvGrpSpPr>
          <p:cNvPr name="Group 12" id="12"/>
          <p:cNvGrpSpPr/>
          <p:nvPr/>
        </p:nvGrpSpPr>
        <p:grpSpPr>
          <a:xfrm rot="0">
            <a:off x="15458407" y="12613500"/>
            <a:ext cx="12663729" cy="5782500"/>
            <a:chOff x="0" y="0"/>
            <a:chExt cx="16884972" cy="7710000"/>
          </a:xfrm>
        </p:grpSpPr>
        <p:sp>
          <p:nvSpPr>
            <p:cNvPr name="Freeform 13" id="13"/>
            <p:cNvSpPr/>
            <p:nvPr/>
          </p:nvSpPr>
          <p:spPr>
            <a:xfrm flipH="false" flipV="false" rot="0">
              <a:off x="0" y="0"/>
              <a:ext cx="16884972" cy="7710000"/>
            </a:xfrm>
            <a:custGeom>
              <a:avLst/>
              <a:gdLst/>
              <a:ahLst/>
              <a:cxnLst/>
              <a:rect r="r" b="b" t="t" l="l"/>
              <a:pathLst>
                <a:path h="7710000" w="16884972">
                  <a:moveTo>
                    <a:pt x="0" y="0"/>
                  </a:moveTo>
                  <a:lnTo>
                    <a:pt x="16884972" y="0"/>
                  </a:lnTo>
                  <a:lnTo>
                    <a:pt x="16884972" y="7710000"/>
                  </a:lnTo>
                  <a:lnTo>
                    <a:pt x="0" y="7710000"/>
                  </a:lnTo>
                  <a:close/>
                </a:path>
              </a:pathLst>
            </a:custGeom>
            <a:blipFill>
              <a:blip r:embed="rId7"/>
              <a:stretch>
                <a:fillRect l="0" t="-57" r="0" b="-57"/>
              </a:stretch>
            </a:blipFill>
          </p:spPr>
        </p:sp>
      </p:grpSp>
      <p:grpSp>
        <p:nvGrpSpPr>
          <p:cNvPr name="Group 14" id="14"/>
          <p:cNvGrpSpPr/>
          <p:nvPr/>
        </p:nvGrpSpPr>
        <p:grpSpPr>
          <a:xfrm rot="0">
            <a:off x="2022793" y="11071500"/>
            <a:ext cx="28463239" cy="385500"/>
            <a:chOff x="0" y="0"/>
            <a:chExt cx="37950986" cy="514000"/>
          </a:xfrm>
        </p:grpSpPr>
        <p:sp>
          <p:nvSpPr>
            <p:cNvPr name="Freeform 15" id="15"/>
            <p:cNvSpPr/>
            <p:nvPr/>
          </p:nvSpPr>
          <p:spPr>
            <a:xfrm flipH="false" flipV="false" rot="0">
              <a:off x="0" y="0"/>
              <a:ext cx="37950986" cy="514000"/>
            </a:xfrm>
            <a:custGeom>
              <a:avLst/>
              <a:gdLst/>
              <a:ahLst/>
              <a:cxnLst/>
              <a:rect r="r" b="b" t="t" l="l"/>
              <a:pathLst>
                <a:path h="514000" w="37950986">
                  <a:moveTo>
                    <a:pt x="0" y="0"/>
                  </a:moveTo>
                  <a:lnTo>
                    <a:pt x="37950986" y="0"/>
                  </a:lnTo>
                  <a:lnTo>
                    <a:pt x="37950986" y="514000"/>
                  </a:lnTo>
                  <a:lnTo>
                    <a:pt x="0" y="514000"/>
                  </a:lnTo>
                  <a:close/>
                </a:path>
              </a:pathLst>
            </a:custGeom>
            <a:blipFill>
              <a:blip r:embed="rId8"/>
              <a:stretch>
                <a:fillRect l="-4175" t="0" r="-4175" b="0"/>
              </a:stretch>
            </a:blipFill>
          </p:spPr>
        </p:sp>
      </p:grpSp>
      <p:grpSp>
        <p:nvGrpSpPr>
          <p:cNvPr name="Group 16" id="16"/>
          <p:cNvGrpSpPr/>
          <p:nvPr/>
        </p:nvGrpSpPr>
        <p:grpSpPr>
          <a:xfrm rot="0">
            <a:off x="5978701" y="11842500"/>
            <a:ext cx="796006" cy="771000"/>
            <a:chOff x="0" y="0"/>
            <a:chExt cx="1061341" cy="1028000"/>
          </a:xfrm>
        </p:grpSpPr>
        <p:sp>
          <p:nvSpPr>
            <p:cNvPr name="Freeform 17" id="17"/>
            <p:cNvSpPr/>
            <p:nvPr/>
          </p:nvSpPr>
          <p:spPr>
            <a:xfrm flipH="false" flipV="false" rot="0">
              <a:off x="0" y="0"/>
              <a:ext cx="1061341" cy="1028000"/>
            </a:xfrm>
            <a:custGeom>
              <a:avLst/>
              <a:gdLst/>
              <a:ahLst/>
              <a:cxnLst/>
              <a:rect r="r" b="b" t="t" l="l"/>
              <a:pathLst>
                <a:path h="1028000" w="1061341">
                  <a:moveTo>
                    <a:pt x="0" y="0"/>
                  </a:moveTo>
                  <a:lnTo>
                    <a:pt x="1061341" y="0"/>
                  </a:lnTo>
                  <a:lnTo>
                    <a:pt x="1061341" y="1028000"/>
                  </a:lnTo>
                  <a:lnTo>
                    <a:pt x="0" y="1028000"/>
                  </a:lnTo>
                  <a:close/>
                </a:path>
              </a:pathLst>
            </a:custGeom>
            <a:blipFill>
              <a:blip r:embed="rId9"/>
              <a:stretch>
                <a:fillRect l="0" t="-57" r="0" b="-57"/>
              </a:stretch>
            </a:blipFill>
          </p:spPr>
        </p:sp>
      </p:grpSp>
      <p:grpSp>
        <p:nvGrpSpPr>
          <p:cNvPr name="Group 18" id="18"/>
          <p:cNvGrpSpPr/>
          <p:nvPr/>
        </p:nvGrpSpPr>
        <p:grpSpPr>
          <a:xfrm rot="0">
            <a:off x="18618309" y="11842500"/>
            <a:ext cx="1206069" cy="771000"/>
            <a:chOff x="0" y="0"/>
            <a:chExt cx="1608093" cy="1028000"/>
          </a:xfrm>
        </p:grpSpPr>
        <p:sp>
          <p:nvSpPr>
            <p:cNvPr name="Freeform 19" id="19"/>
            <p:cNvSpPr/>
            <p:nvPr/>
          </p:nvSpPr>
          <p:spPr>
            <a:xfrm flipH="false" flipV="false" rot="0">
              <a:off x="0" y="0"/>
              <a:ext cx="1608093" cy="1028000"/>
            </a:xfrm>
            <a:custGeom>
              <a:avLst/>
              <a:gdLst/>
              <a:ahLst/>
              <a:cxnLst/>
              <a:rect r="r" b="b" t="t" l="l"/>
              <a:pathLst>
                <a:path h="1028000" w="1608093">
                  <a:moveTo>
                    <a:pt x="0" y="0"/>
                  </a:moveTo>
                  <a:lnTo>
                    <a:pt x="1608093" y="0"/>
                  </a:lnTo>
                  <a:lnTo>
                    <a:pt x="1608093" y="1028000"/>
                  </a:lnTo>
                  <a:lnTo>
                    <a:pt x="0" y="1028000"/>
                  </a:lnTo>
                  <a:close/>
                </a:path>
              </a:pathLst>
            </a:custGeom>
            <a:blipFill>
              <a:blip r:embed="rId10"/>
              <a:stretch>
                <a:fillRect l="0" t="-57" r="0" b="-57"/>
              </a:stretch>
            </a:blipFill>
          </p:spPr>
        </p:sp>
      </p:grpSp>
      <p:sp>
        <p:nvSpPr>
          <p:cNvPr name="TextBox 20" id="20"/>
          <p:cNvSpPr txBox="true"/>
          <p:nvPr/>
        </p:nvSpPr>
        <p:spPr>
          <a:xfrm rot="0">
            <a:off x="2619363" y="4503618"/>
            <a:ext cx="27270099" cy="1568450"/>
          </a:xfrm>
          <a:prstGeom prst="rect">
            <a:avLst/>
          </a:prstGeom>
        </p:spPr>
        <p:txBody>
          <a:bodyPr anchor="t" rtlCol="false" tIns="0" lIns="0" bIns="0" rIns="0">
            <a:spAutoFit/>
          </a:bodyPr>
          <a:lstStyle/>
          <a:p>
            <a:pPr algn="ctr" marL="0" indent="0" lvl="0">
              <a:lnSpc>
                <a:spcPts val="11499"/>
              </a:lnSpc>
              <a:spcBef>
                <a:spcPct val="0"/>
              </a:spcBef>
            </a:pPr>
            <a:r>
              <a:rPr lang="en-US" b="true" sz="9999">
                <a:solidFill>
                  <a:srgbClr val="FFFFFF"/>
                </a:solidFill>
                <a:latin typeface="Poppins 1 Bold"/>
                <a:ea typeface="Poppins 1 Bold"/>
                <a:cs typeface="Poppins 1 Bold"/>
                <a:sym typeface="Poppins 1 Bold"/>
              </a:rPr>
              <a:t>LAPORAN PROYEK UJIAN AKHIR SEMESTER</a:t>
            </a:r>
          </a:p>
        </p:txBody>
      </p:sp>
      <p:sp>
        <p:nvSpPr>
          <p:cNvPr name="TextBox 21" id="21"/>
          <p:cNvSpPr txBox="true"/>
          <p:nvPr/>
        </p:nvSpPr>
        <p:spPr>
          <a:xfrm rot="0">
            <a:off x="5102226" y="6033968"/>
            <a:ext cx="22304373" cy="1409700"/>
          </a:xfrm>
          <a:prstGeom prst="rect">
            <a:avLst/>
          </a:prstGeom>
        </p:spPr>
        <p:txBody>
          <a:bodyPr anchor="t" rtlCol="false" tIns="0" lIns="0" bIns="0" rIns="0">
            <a:spAutoFit/>
          </a:bodyPr>
          <a:lstStyle/>
          <a:p>
            <a:pPr algn="ctr" marL="0" indent="0" lvl="0">
              <a:lnSpc>
                <a:spcPts val="10349"/>
              </a:lnSpc>
              <a:spcBef>
                <a:spcPct val="0"/>
              </a:spcBef>
            </a:pPr>
            <a:r>
              <a:rPr lang="en-US" b="true" sz="9000" strike="noStrike" u="none">
                <a:solidFill>
                  <a:srgbClr val="00C2CB"/>
                </a:solidFill>
                <a:latin typeface="Poppins 1 Bold"/>
                <a:ea typeface="Poppins 1 Bold"/>
                <a:cs typeface="Poppins 1 Bold"/>
                <a:sym typeface="Poppins 1 Bold"/>
              </a:rPr>
              <a:t>Sistem Navigasi Kampus Pintar:</a:t>
            </a:r>
          </a:p>
        </p:txBody>
      </p:sp>
      <p:sp>
        <p:nvSpPr>
          <p:cNvPr name="TextBox 22" id="22"/>
          <p:cNvSpPr txBox="true"/>
          <p:nvPr/>
        </p:nvSpPr>
        <p:spPr>
          <a:xfrm rot="0">
            <a:off x="6861351" y="7415093"/>
            <a:ext cx="18786124" cy="863629"/>
          </a:xfrm>
          <a:prstGeom prst="rect">
            <a:avLst/>
          </a:prstGeom>
        </p:spPr>
        <p:txBody>
          <a:bodyPr anchor="t" rtlCol="false" tIns="0" lIns="0" bIns="0" rIns="0">
            <a:spAutoFit/>
          </a:bodyPr>
          <a:lstStyle/>
          <a:p>
            <a:pPr algn="ctr" marL="0" indent="0" lvl="0">
              <a:lnSpc>
                <a:spcPts val="6330"/>
              </a:lnSpc>
              <a:spcBef>
                <a:spcPct val="0"/>
              </a:spcBef>
            </a:pPr>
            <a:r>
              <a:rPr lang="en-US" b="true" sz="5504" strike="noStrike" u="none">
                <a:solidFill>
                  <a:srgbClr val="4CBEC0"/>
                </a:solidFill>
                <a:latin typeface="Poppins 1 Semi-Bold"/>
                <a:ea typeface="Poppins 1 Semi-Bold"/>
                <a:cs typeface="Poppins 1 Semi-Bold"/>
                <a:sym typeface="Poppins 1 Semi-Bold"/>
              </a:rPr>
              <a:t>Pengembangan Aplikasi Berbasis Struktur Data C++</a:t>
            </a:r>
          </a:p>
        </p:txBody>
      </p:sp>
      <p:sp>
        <p:nvSpPr>
          <p:cNvPr name="TextBox 23" id="23"/>
          <p:cNvSpPr txBox="true"/>
          <p:nvPr/>
        </p:nvSpPr>
        <p:spPr>
          <a:xfrm rot="0">
            <a:off x="10545555" y="9115425"/>
            <a:ext cx="11417715" cy="724322"/>
          </a:xfrm>
          <a:prstGeom prst="rect">
            <a:avLst/>
          </a:prstGeom>
        </p:spPr>
        <p:txBody>
          <a:bodyPr anchor="t" rtlCol="false" tIns="0" lIns="0" bIns="0" rIns="0">
            <a:spAutoFit/>
          </a:bodyPr>
          <a:lstStyle/>
          <a:p>
            <a:pPr algn="ctr" marL="0" indent="0" lvl="0">
              <a:lnSpc>
                <a:spcPts val="5251"/>
              </a:lnSpc>
              <a:spcBef>
                <a:spcPct val="0"/>
              </a:spcBef>
            </a:pPr>
            <a:r>
              <a:rPr lang="en-US" sz="4566" strike="noStrike" u="none">
                <a:solidFill>
                  <a:srgbClr val="FFFFFF"/>
                </a:solidFill>
                <a:latin typeface="Poppins 1"/>
                <a:ea typeface="Poppins 1"/>
                <a:cs typeface="Poppins 1"/>
                <a:sym typeface="Poppins 1"/>
              </a:rPr>
              <a:t>Universitas Perjuangan Tasikmalaya</a:t>
            </a:r>
          </a:p>
        </p:txBody>
      </p:sp>
      <p:sp>
        <p:nvSpPr>
          <p:cNvPr name="TextBox 24" id="24"/>
          <p:cNvSpPr txBox="true"/>
          <p:nvPr/>
        </p:nvSpPr>
        <p:spPr>
          <a:xfrm rot="0">
            <a:off x="6761778" y="11871148"/>
            <a:ext cx="10587939" cy="516326"/>
          </a:xfrm>
          <a:prstGeom prst="rect">
            <a:avLst/>
          </a:prstGeom>
        </p:spPr>
        <p:txBody>
          <a:bodyPr anchor="t" rtlCol="false" tIns="0" lIns="0" bIns="0" rIns="0">
            <a:spAutoFit/>
          </a:bodyPr>
          <a:lstStyle/>
          <a:p>
            <a:pPr algn="l" marL="0" indent="0" lvl="0">
              <a:lnSpc>
                <a:spcPts val="3807"/>
              </a:lnSpc>
              <a:spcBef>
                <a:spcPct val="0"/>
              </a:spcBef>
            </a:pPr>
            <a:r>
              <a:rPr lang="en-US" sz="3311" strike="noStrike" u="none">
                <a:solidFill>
                  <a:srgbClr val="FFFFFF"/>
                </a:solidFill>
                <a:latin typeface="Poppins 1"/>
                <a:ea typeface="Poppins 1"/>
                <a:cs typeface="Poppins 1"/>
                <a:sym typeface="Poppins 1"/>
              </a:rPr>
              <a:t>Dosen Pengampu: Missi Hikmatyar, S.Kom., M.Kom</a:t>
            </a:r>
          </a:p>
        </p:txBody>
      </p:sp>
      <p:sp>
        <p:nvSpPr>
          <p:cNvPr name="TextBox 25" id="25"/>
          <p:cNvSpPr txBox="true"/>
          <p:nvPr/>
        </p:nvSpPr>
        <p:spPr>
          <a:xfrm rot="0">
            <a:off x="19673089" y="11886286"/>
            <a:ext cx="6671397" cy="505662"/>
          </a:xfrm>
          <a:prstGeom prst="rect">
            <a:avLst/>
          </a:prstGeom>
        </p:spPr>
        <p:txBody>
          <a:bodyPr anchor="t" rtlCol="false" tIns="0" lIns="0" bIns="0" rIns="0">
            <a:spAutoFit/>
          </a:bodyPr>
          <a:lstStyle/>
          <a:p>
            <a:pPr algn="l" marL="0" indent="0" lvl="0">
              <a:lnSpc>
                <a:spcPts val="3601"/>
              </a:lnSpc>
              <a:spcBef>
                <a:spcPct val="0"/>
              </a:spcBef>
            </a:pPr>
            <a:r>
              <a:rPr lang="en-US" sz="3131" strike="noStrike" u="none">
                <a:solidFill>
                  <a:srgbClr val="FFFFFF"/>
                </a:solidFill>
                <a:latin typeface="Poppins 1"/>
                <a:ea typeface="Poppins 1"/>
                <a:cs typeface="Poppins 1"/>
                <a:sym typeface="Poppins 1"/>
              </a:rPr>
              <a:t>Dosen Pengajar: Adittya Pratama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2914763">
            <a:off x="-4950542" y="11645475"/>
            <a:ext cx="15823631" cy="10408500"/>
            <a:chOff x="0" y="0"/>
            <a:chExt cx="21098175" cy="13878000"/>
          </a:xfrm>
        </p:grpSpPr>
        <p:sp>
          <p:nvSpPr>
            <p:cNvPr name="Freeform 5" id="5"/>
            <p:cNvSpPr/>
            <p:nvPr/>
          </p:nvSpPr>
          <p:spPr>
            <a:xfrm flipH="false" flipV="false" rot="0">
              <a:off x="0" y="0"/>
              <a:ext cx="21098176" cy="13877999"/>
            </a:xfrm>
            <a:custGeom>
              <a:avLst/>
              <a:gdLst/>
              <a:ahLst/>
              <a:cxnLst/>
              <a:rect r="r" b="b" t="t" l="l"/>
              <a:pathLst>
                <a:path h="13877999" w="21098176">
                  <a:moveTo>
                    <a:pt x="0" y="0"/>
                  </a:moveTo>
                  <a:lnTo>
                    <a:pt x="21098176" y="0"/>
                  </a:lnTo>
                  <a:lnTo>
                    <a:pt x="21098176" y="13877999"/>
                  </a:lnTo>
                  <a:lnTo>
                    <a:pt x="0" y="13877999"/>
                  </a:lnTo>
                  <a:close/>
                </a:path>
              </a:pathLst>
            </a:custGeom>
            <a:blipFill>
              <a:blip r:embed="rId3"/>
              <a:stretch>
                <a:fillRect l="0" t="-57" r="0" b="-57"/>
              </a:stretch>
            </a:blipFill>
          </p:spPr>
        </p:sp>
      </p:grpSp>
      <p:grpSp>
        <p:nvGrpSpPr>
          <p:cNvPr name="Group 6" id="6"/>
          <p:cNvGrpSpPr/>
          <p:nvPr/>
        </p:nvGrpSpPr>
        <p:grpSpPr>
          <a:xfrm rot="0">
            <a:off x="1206162" y="1189838"/>
            <a:ext cx="349926" cy="1644825"/>
            <a:chOff x="0" y="0"/>
            <a:chExt cx="546751" cy="2570000"/>
          </a:xfrm>
        </p:grpSpPr>
        <p:sp>
          <p:nvSpPr>
            <p:cNvPr name="Freeform 7" id="7"/>
            <p:cNvSpPr/>
            <p:nvPr/>
          </p:nvSpPr>
          <p:spPr>
            <a:xfrm flipH="false" flipV="false" rot="0">
              <a:off x="0" y="0"/>
              <a:ext cx="546752" cy="2570000"/>
            </a:xfrm>
            <a:custGeom>
              <a:avLst/>
              <a:gdLst/>
              <a:ahLst/>
              <a:cxnLst/>
              <a:rect r="r" b="b" t="t" l="l"/>
              <a:pathLst>
                <a:path h="2570000" w="546752">
                  <a:moveTo>
                    <a:pt x="0" y="0"/>
                  </a:moveTo>
                  <a:lnTo>
                    <a:pt x="546752" y="0"/>
                  </a:lnTo>
                  <a:lnTo>
                    <a:pt x="546752" y="2570000"/>
                  </a:lnTo>
                  <a:lnTo>
                    <a:pt x="0" y="2570000"/>
                  </a:lnTo>
                  <a:close/>
                </a:path>
              </a:pathLst>
            </a:custGeom>
            <a:blipFill>
              <a:blip r:embed="rId4"/>
              <a:stretch>
                <a:fillRect l="0" t="-57" r="0" b="-57"/>
              </a:stretch>
            </a:blipFill>
          </p:spPr>
        </p:sp>
      </p:grpSp>
      <p:sp>
        <p:nvSpPr>
          <p:cNvPr name="TextBox 8" id="8"/>
          <p:cNvSpPr txBox="true"/>
          <p:nvPr/>
        </p:nvSpPr>
        <p:spPr>
          <a:xfrm rot="0">
            <a:off x="1828800" y="1254975"/>
            <a:ext cx="22755154" cy="1438275"/>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TIM</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PENGEMB</a:t>
            </a:r>
            <a:r>
              <a:rPr lang="en-US" b="true" sz="8999" strike="noStrike" u="none">
                <a:solidFill>
                  <a:srgbClr val="FFFFFF"/>
                </a:solidFill>
                <a:latin typeface="Poppins 2 Bold"/>
                <a:ea typeface="Poppins 2 Bold"/>
                <a:cs typeface="Poppins 2 Bold"/>
                <a:sym typeface="Poppins 2 Bold"/>
              </a:rPr>
              <a:t>A</a:t>
            </a:r>
            <a:r>
              <a:rPr lang="en-US" b="true" sz="8999" strike="noStrike" u="none">
                <a:solidFill>
                  <a:srgbClr val="FFFFFF"/>
                </a:solidFill>
                <a:latin typeface="Poppins 2 Bold"/>
                <a:ea typeface="Poppins 2 Bold"/>
                <a:cs typeface="Poppins 2 Bold"/>
                <a:sym typeface="Poppins 2 Bold"/>
              </a:rPr>
              <a:t>NG</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&amp;</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PEMBAGIAN</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PER</a:t>
            </a:r>
            <a:r>
              <a:rPr lang="en-US" b="true" sz="8999" strike="noStrike" u="none">
                <a:solidFill>
                  <a:srgbClr val="FFFFFF"/>
                </a:solidFill>
                <a:latin typeface="Poppins 2 Bold"/>
                <a:ea typeface="Poppins 2 Bold"/>
                <a:cs typeface="Poppins 2 Bold"/>
                <a:sym typeface="Poppins 2 Bold"/>
              </a:rPr>
              <a:t>A</a:t>
            </a:r>
            <a:r>
              <a:rPr lang="en-US" b="true" sz="8999" strike="noStrike" u="none">
                <a:solidFill>
                  <a:srgbClr val="FFFFFF"/>
                </a:solidFill>
                <a:latin typeface="Poppins 2 Bold"/>
                <a:ea typeface="Poppins 2 Bold"/>
                <a:cs typeface="Poppins 2 Bold"/>
                <a:sym typeface="Poppins 2 Bold"/>
              </a:rPr>
              <a:t>N</a:t>
            </a:r>
          </a:p>
        </p:txBody>
      </p:sp>
      <p:grpSp>
        <p:nvGrpSpPr>
          <p:cNvPr name="Group 9" id="9"/>
          <p:cNvGrpSpPr/>
          <p:nvPr/>
        </p:nvGrpSpPr>
        <p:grpSpPr>
          <a:xfrm rot="0">
            <a:off x="2408735" y="3361500"/>
            <a:ext cx="2002075" cy="1927500"/>
            <a:chOff x="0" y="0"/>
            <a:chExt cx="2669434" cy="2570000"/>
          </a:xfrm>
        </p:grpSpPr>
        <p:sp>
          <p:nvSpPr>
            <p:cNvPr name="Freeform 10" id="10"/>
            <p:cNvSpPr/>
            <p:nvPr/>
          </p:nvSpPr>
          <p:spPr>
            <a:xfrm flipH="false" flipV="false" rot="0">
              <a:off x="0" y="0"/>
              <a:ext cx="2669434" cy="2570000"/>
            </a:xfrm>
            <a:custGeom>
              <a:avLst/>
              <a:gdLst/>
              <a:ahLst/>
              <a:cxnLst/>
              <a:rect r="r" b="b" t="t" l="l"/>
              <a:pathLst>
                <a:path h="2570000" w="2669434">
                  <a:moveTo>
                    <a:pt x="0" y="0"/>
                  </a:moveTo>
                  <a:lnTo>
                    <a:pt x="2669434" y="0"/>
                  </a:lnTo>
                  <a:lnTo>
                    <a:pt x="2669434" y="2570000"/>
                  </a:lnTo>
                  <a:lnTo>
                    <a:pt x="0" y="2570000"/>
                  </a:lnTo>
                  <a:close/>
                </a:path>
              </a:pathLst>
            </a:custGeom>
            <a:blipFill>
              <a:blip r:embed="rId5"/>
              <a:stretch>
                <a:fillRect l="0" t="-57" r="0" b="-57"/>
              </a:stretch>
            </a:blipFill>
          </p:spPr>
        </p:sp>
      </p:grpSp>
      <p:grpSp>
        <p:nvGrpSpPr>
          <p:cNvPr name="Group 11" id="11"/>
          <p:cNvGrpSpPr/>
          <p:nvPr/>
        </p:nvGrpSpPr>
        <p:grpSpPr>
          <a:xfrm rot="0">
            <a:off x="4386689" y="14926500"/>
            <a:ext cx="3184023" cy="2698500"/>
            <a:chOff x="0" y="0"/>
            <a:chExt cx="4245364" cy="3598000"/>
          </a:xfrm>
        </p:grpSpPr>
        <p:sp>
          <p:nvSpPr>
            <p:cNvPr name="Freeform 12" id="12"/>
            <p:cNvSpPr/>
            <p:nvPr/>
          </p:nvSpPr>
          <p:spPr>
            <a:xfrm flipH="false" flipV="false" rot="0">
              <a:off x="0" y="0"/>
              <a:ext cx="4245365" cy="3598000"/>
            </a:xfrm>
            <a:custGeom>
              <a:avLst/>
              <a:gdLst/>
              <a:ahLst/>
              <a:cxnLst/>
              <a:rect r="r" b="b" t="t" l="l"/>
              <a:pathLst>
                <a:path h="3598000" w="4245365">
                  <a:moveTo>
                    <a:pt x="0" y="0"/>
                  </a:moveTo>
                  <a:lnTo>
                    <a:pt x="4245365" y="0"/>
                  </a:lnTo>
                  <a:lnTo>
                    <a:pt x="4245365" y="3598000"/>
                  </a:lnTo>
                  <a:lnTo>
                    <a:pt x="0" y="3598000"/>
                  </a:lnTo>
                  <a:close/>
                </a:path>
              </a:pathLst>
            </a:custGeom>
            <a:blipFill>
              <a:blip r:embed="rId6"/>
              <a:stretch>
                <a:fillRect l="0" t="-57" r="0" b="-57"/>
              </a:stretch>
            </a:blipFill>
          </p:spPr>
        </p:sp>
      </p:grpSp>
      <p:sp>
        <p:nvSpPr>
          <p:cNvPr name="TextBox 13" id="13"/>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grpSp>
        <p:nvGrpSpPr>
          <p:cNvPr name="Group 14" id="14"/>
          <p:cNvGrpSpPr/>
          <p:nvPr/>
        </p:nvGrpSpPr>
        <p:grpSpPr>
          <a:xfrm rot="0">
            <a:off x="25734118" y="-108000"/>
            <a:ext cx="7115810" cy="6553500"/>
            <a:chOff x="0" y="0"/>
            <a:chExt cx="9487746" cy="8738000"/>
          </a:xfrm>
        </p:grpSpPr>
        <p:sp>
          <p:nvSpPr>
            <p:cNvPr name="Freeform 15" id="15"/>
            <p:cNvSpPr/>
            <p:nvPr/>
          </p:nvSpPr>
          <p:spPr>
            <a:xfrm flipH="false" flipV="false" rot="0">
              <a:off x="0" y="0"/>
              <a:ext cx="9487746" cy="8738000"/>
            </a:xfrm>
            <a:custGeom>
              <a:avLst/>
              <a:gdLst/>
              <a:ahLst/>
              <a:cxnLst/>
              <a:rect r="r" b="b" t="t" l="l"/>
              <a:pathLst>
                <a:path h="8738000" w="9487746">
                  <a:moveTo>
                    <a:pt x="0" y="0"/>
                  </a:moveTo>
                  <a:lnTo>
                    <a:pt x="9487746" y="0"/>
                  </a:lnTo>
                  <a:lnTo>
                    <a:pt x="9487746" y="8738000"/>
                  </a:lnTo>
                  <a:lnTo>
                    <a:pt x="0" y="8738000"/>
                  </a:lnTo>
                  <a:close/>
                </a:path>
              </a:pathLst>
            </a:custGeom>
            <a:blipFill>
              <a:blip r:embed="rId7"/>
              <a:stretch>
                <a:fillRect l="0" t="-57" r="0" b="-57"/>
              </a:stretch>
            </a:blipFill>
          </p:spPr>
        </p:sp>
      </p:grpSp>
      <p:grpSp>
        <p:nvGrpSpPr>
          <p:cNvPr name="Group 16" id="16"/>
          <p:cNvGrpSpPr/>
          <p:nvPr/>
        </p:nvGrpSpPr>
        <p:grpSpPr>
          <a:xfrm rot="0">
            <a:off x="26506003" y="3747000"/>
            <a:ext cx="2002075" cy="1542000"/>
            <a:chOff x="0" y="0"/>
            <a:chExt cx="2669434" cy="2056000"/>
          </a:xfrm>
        </p:grpSpPr>
        <p:sp>
          <p:nvSpPr>
            <p:cNvPr name="Freeform 17" id="17"/>
            <p:cNvSpPr/>
            <p:nvPr/>
          </p:nvSpPr>
          <p:spPr>
            <a:xfrm flipH="false" flipV="false" rot="0">
              <a:off x="0" y="0"/>
              <a:ext cx="2669434" cy="2056000"/>
            </a:xfrm>
            <a:custGeom>
              <a:avLst/>
              <a:gdLst/>
              <a:ahLst/>
              <a:cxnLst/>
              <a:rect r="r" b="b" t="t" l="l"/>
              <a:pathLst>
                <a:path h="2056000" w="2669434">
                  <a:moveTo>
                    <a:pt x="0" y="0"/>
                  </a:moveTo>
                  <a:lnTo>
                    <a:pt x="2669434" y="0"/>
                  </a:lnTo>
                  <a:lnTo>
                    <a:pt x="2669434" y="2056000"/>
                  </a:lnTo>
                  <a:lnTo>
                    <a:pt x="0" y="2056000"/>
                  </a:lnTo>
                  <a:close/>
                </a:path>
              </a:pathLst>
            </a:custGeom>
            <a:blipFill>
              <a:blip r:embed="rId8"/>
              <a:stretch>
                <a:fillRect l="0" t="-57" r="0" b="-57"/>
              </a:stretch>
            </a:blipFill>
          </p:spPr>
        </p:sp>
      </p:grpSp>
      <p:sp>
        <p:nvSpPr>
          <p:cNvPr name="TextBox 18" id="18"/>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02</a:t>
            </a:r>
          </a:p>
        </p:txBody>
      </p:sp>
      <p:grpSp>
        <p:nvGrpSpPr>
          <p:cNvPr name="Group 19" id="19"/>
          <p:cNvGrpSpPr/>
          <p:nvPr/>
        </p:nvGrpSpPr>
        <p:grpSpPr>
          <a:xfrm rot="0">
            <a:off x="2486025" y="6038850"/>
            <a:ext cx="28194000" cy="838200"/>
            <a:chOff x="0" y="0"/>
            <a:chExt cx="37592000" cy="1117600"/>
          </a:xfrm>
        </p:grpSpPr>
        <p:sp>
          <p:nvSpPr>
            <p:cNvPr name="Freeform 20" id="20"/>
            <p:cNvSpPr/>
            <p:nvPr/>
          </p:nvSpPr>
          <p:spPr>
            <a:xfrm flipH="false" flipV="false" rot="0">
              <a:off x="0" y="0"/>
              <a:ext cx="37592000" cy="1117600"/>
            </a:xfrm>
            <a:custGeom>
              <a:avLst/>
              <a:gdLst/>
              <a:ahLst/>
              <a:cxnLst/>
              <a:rect r="r" b="b" t="t" l="l"/>
              <a:pathLst>
                <a:path h="1117600" w="37592000">
                  <a:moveTo>
                    <a:pt x="111760" y="0"/>
                  </a:moveTo>
                  <a:lnTo>
                    <a:pt x="37480239" y="0"/>
                  </a:lnTo>
                  <a:cubicBezTo>
                    <a:pt x="37509881" y="0"/>
                    <a:pt x="37538307" y="11774"/>
                    <a:pt x="37559267" y="32734"/>
                  </a:cubicBezTo>
                  <a:cubicBezTo>
                    <a:pt x="37580224" y="53693"/>
                    <a:pt x="37592000" y="82119"/>
                    <a:pt x="37592000" y="111760"/>
                  </a:cubicBezTo>
                  <a:lnTo>
                    <a:pt x="37592000" y="1005840"/>
                  </a:lnTo>
                  <a:cubicBezTo>
                    <a:pt x="37592000" y="1035481"/>
                    <a:pt x="37580224" y="1063907"/>
                    <a:pt x="37559267" y="1084866"/>
                  </a:cubicBezTo>
                  <a:cubicBezTo>
                    <a:pt x="37538307" y="1105826"/>
                    <a:pt x="37509881" y="1117600"/>
                    <a:pt x="37480239" y="1117600"/>
                  </a:cubicBezTo>
                  <a:lnTo>
                    <a:pt x="111760" y="1117600"/>
                  </a:lnTo>
                  <a:cubicBezTo>
                    <a:pt x="82119" y="1117600"/>
                    <a:pt x="53693" y="1105825"/>
                    <a:pt x="32734" y="1084866"/>
                  </a:cubicBezTo>
                  <a:cubicBezTo>
                    <a:pt x="11775" y="1063907"/>
                    <a:pt x="0" y="1035481"/>
                    <a:pt x="0" y="1005840"/>
                  </a:cubicBezTo>
                  <a:lnTo>
                    <a:pt x="0" y="111760"/>
                  </a:lnTo>
                  <a:cubicBezTo>
                    <a:pt x="0" y="50037"/>
                    <a:pt x="50037" y="0"/>
                    <a:pt x="111760" y="0"/>
                  </a:cubicBezTo>
                  <a:close/>
                </a:path>
              </a:pathLst>
            </a:custGeom>
            <a:solidFill>
              <a:srgbClr val="00C2CB">
                <a:alpha val="29804"/>
              </a:srgbClr>
            </a:solidFill>
          </p:spPr>
        </p:sp>
        <p:sp>
          <p:nvSpPr>
            <p:cNvPr name="TextBox 21" id="21"/>
            <p:cNvSpPr txBox="true"/>
            <p:nvPr/>
          </p:nvSpPr>
          <p:spPr>
            <a:xfrm>
              <a:off x="0" y="-38100"/>
              <a:ext cx="37592000" cy="11557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2486025" y="7439025"/>
            <a:ext cx="28194000" cy="762000"/>
            <a:chOff x="0" y="0"/>
            <a:chExt cx="37592000" cy="1016000"/>
          </a:xfrm>
        </p:grpSpPr>
        <p:sp>
          <p:nvSpPr>
            <p:cNvPr name="Freeform 23" id="23"/>
            <p:cNvSpPr/>
            <p:nvPr/>
          </p:nvSpPr>
          <p:spPr>
            <a:xfrm flipH="false" flipV="false" rot="0">
              <a:off x="0" y="0"/>
              <a:ext cx="37592000" cy="1016000"/>
            </a:xfrm>
            <a:custGeom>
              <a:avLst/>
              <a:gdLst/>
              <a:ahLst/>
              <a:cxnLst/>
              <a:rect r="r" b="b" t="t" l="l"/>
              <a:pathLst>
                <a:path h="1016000" w="37592000">
                  <a:moveTo>
                    <a:pt x="0" y="0"/>
                  </a:moveTo>
                  <a:lnTo>
                    <a:pt x="37592000" y="0"/>
                  </a:lnTo>
                  <a:lnTo>
                    <a:pt x="37592000" y="1016000"/>
                  </a:lnTo>
                  <a:lnTo>
                    <a:pt x="0" y="1016000"/>
                  </a:lnTo>
                  <a:close/>
                </a:path>
              </a:pathLst>
            </a:custGeom>
            <a:solidFill>
              <a:srgbClr val="FFFFFF">
                <a:alpha val="4706"/>
              </a:srgbClr>
            </a:solidFill>
          </p:spPr>
        </p:sp>
        <p:sp>
          <p:nvSpPr>
            <p:cNvPr name="TextBox 24" id="24"/>
            <p:cNvSpPr txBox="true"/>
            <p:nvPr/>
          </p:nvSpPr>
          <p:spPr>
            <a:xfrm>
              <a:off x="0" y="-38100"/>
              <a:ext cx="37592000" cy="1054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2486025" y="8782050"/>
            <a:ext cx="28194000" cy="762000"/>
            <a:chOff x="0" y="0"/>
            <a:chExt cx="37592000" cy="1016000"/>
          </a:xfrm>
        </p:grpSpPr>
        <p:sp>
          <p:nvSpPr>
            <p:cNvPr name="Freeform 26" id="26"/>
            <p:cNvSpPr/>
            <p:nvPr/>
          </p:nvSpPr>
          <p:spPr>
            <a:xfrm flipH="false" flipV="false" rot="0">
              <a:off x="0" y="0"/>
              <a:ext cx="37592000" cy="1016000"/>
            </a:xfrm>
            <a:custGeom>
              <a:avLst/>
              <a:gdLst/>
              <a:ahLst/>
              <a:cxnLst/>
              <a:rect r="r" b="b" t="t" l="l"/>
              <a:pathLst>
                <a:path h="1016000" w="37592000">
                  <a:moveTo>
                    <a:pt x="0" y="0"/>
                  </a:moveTo>
                  <a:lnTo>
                    <a:pt x="37592000" y="0"/>
                  </a:lnTo>
                  <a:lnTo>
                    <a:pt x="37592000" y="1016000"/>
                  </a:lnTo>
                  <a:lnTo>
                    <a:pt x="0" y="1016000"/>
                  </a:lnTo>
                  <a:close/>
                </a:path>
              </a:pathLst>
            </a:custGeom>
            <a:solidFill>
              <a:srgbClr val="FFFFFF">
                <a:alpha val="1961"/>
              </a:srgbClr>
            </a:solidFill>
          </p:spPr>
        </p:sp>
        <p:sp>
          <p:nvSpPr>
            <p:cNvPr name="TextBox 27" id="27"/>
            <p:cNvSpPr txBox="true"/>
            <p:nvPr/>
          </p:nvSpPr>
          <p:spPr>
            <a:xfrm>
              <a:off x="0" y="-38100"/>
              <a:ext cx="37592000" cy="1054100"/>
            </a:xfrm>
            <a:prstGeom prst="rect">
              <a:avLst/>
            </a:prstGeom>
          </p:spPr>
          <p:txBody>
            <a:bodyPr anchor="ctr" rtlCol="false" tIns="50800" lIns="50800" bIns="50800" rIns="50800"/>
            <a:lstStyle/>
            <a:p>
              <a:pPr algn="l">
                <a:lnSpc>
                  <a:spcPts val="1679"/>
                </a:lnSpc>
              </a:pPr>
            </a:p>
          </p:txBody>
        </p:sp>
      </p:grpSp>
      <p:grpSp>
        <p:nvGrpSpPr>
          <p:cNvPr name="Group 28" id="28"/>
          <p:cNvGrpSpPr/>
          <p:nvPr/>
        </p:nvGrpSpPr>
        <p:grpSpPr>
          <a:xfrm rot="0">
            <a:off x="2486025" y="10134600"/>
            <a:ext cx="28194000" cy="762000"/>
            <a:chOff x="0" y="0"/>
            <a:chExt cx="37592000" cy="1016000"/>
          </a:xfrm>
        </p:grpSpPr>
        <p:sp>
          <p:nvSpPr>
            <p:cNvPr name="Freeform 29" id="29"/>
            <p:cNvSpPr/>
            <p:nvPr/>
          </p:nvSpPr>
          <p:spPr>
            <a:xfrm flipH="false" flipV="false" rot="0">
              <a:off x="0" y="0"/>
              <a:ext cx="37592000" cy="1016000"/>
            </a:xfrm>
            <a:custGeom>
              <a:avLst/>
              <a:gdLst/>
              <a:ahLst/>
              <a:cxnLst/>
              <a:rect r="r" b="b" t="t" l="l"/>
              <a:pathLst>
                <a:path h="1016000" w="37592000">
                  <a:moveTo>
                    <a:pt x="0" y="0"/>
                  </a:moveTo>
                  <a:lnTo>
                    <a:pt x="37592000" y="0"/>
                  </a:lnTo>
                  <a:lnTo>
                    <a:pt x="37592000" y="1016000"/>
                  </a:lnTo>
                  <a:lnTo>
                    <a:pt x="0" y="1016000"/>
                  </a:lnTo>
                  <a:close/>
                </a:path>
              </a:pathLst>
            </a:custGeom>
            <a:solidFill>
              <a:srgbClr val="FFFFFF">
                <a:alpha val="4706"/>
              </a:srgbClr>
            </a:solidFill>
          </p:spPr>
        </p:sp>
        <p:sp>
          <p:nvSpPr>
            <p:cNvPr name="TextBox 30" id="30"/>
            <p:cNvSpPr txBox="true"/>
            <p:nvPr/>
          </p:nvSpPr>
          <p:spPr>
            <a:xfrm>
              <a:off x="0" y="-38100"/>
              <a:ext cx="37592000" cy="1054100"/>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2486025" y="11487150"/>
            <a:ext cx="28194000" cy="762000"/>
            <a:chOff x="0" y="0"/>
            <a:chExt cx="37592000" cy="1016000"/>
          </a:xfrm>
        </p:grpSpPr>
        <p:sp>
          <p:nvSpPr>
            <p:cNvPr name="Freeform 32" id="32"/>
            <p:cNvSpPr/>
            <p:nvPr/>
          </p:nvSpPr>
          <p:spPr>
            <a:xfrm flipH="false" flipV="false" rot="0">
              <a:off x="0" y="0"/>
              <a:ext cx="37592000" cy="1016000"/>
            </a:xfrm>
            <a:custGeom>
              <a:avLst/>
              <a:gdLst/>
              <a:ahLst/>
              <a:cxnLst/>
              <a:rect r="r" b="b" t="t" l="l"/>
              <a:pathLst>
                <a:path h="1016000" w="37592000">
                  <a:moveTo>
                    <a:pt x="0" y="0"/>
                  </a:moveTo>
                  <a:lnTo>
                    <a:pt x="37592000" y="0"/>
                  </a:lnTo>
                  <a:lnTo>
                    <a:pt x="37592000" y="1016000"/>
                  </a:lnTo>
                  <a:lnTo>
                    <a:pt x="0" y="1016000"/>
                  </a:lnTo>
                  <a:close/>
                </a:path>
              </a:pathLst>
            </a:custGeom>
            <a:solidFill>
              <a:srgbClr val="FFFFFF">
                <a:alpha val="1961"/>
              </a:srgbClr>
            </a:solidFill>
          </p:spPr>
        </p:sp>
        <p:sp>
          <p:nvSpPr>
            <p:cNvPr name="TextBox 33" id="33"/>
            <p:cNvSpPr txBox="true"/>
            <p:nvPr/>
          </p:nvSpPr>
          <p:spPr>
            <a:xfrm>
              <a:off x="0" y="-38100"/>
              <a:ext cx="37592000" cy="1054100"/>
            </a:xfrm>
            <a:prstGeom prst="rect">
              <a:avLst/>
            </a:prstGeom>
          </p:spPr>
          <p:txBody>
            <a:bodyPr anchor="ctr" rtlCol="false" tIns="50800" lIns="50800" bIns="50800" rIns="50800"/>
            <a:lstStyle/>
            <a:p>
              <a:pPr algn="l">
                <a:lnSpc>
                  <a:spcPts val="1679"/>
                </a:lnSpc>
              </a:pPr>
            </a:p>
          </p:txBody>
        </p:sp>
      </p:grpSp>
      <p:sp>
        <p:nvSpPr>
          <p:cNvPr name="AutoShape 34" id="34"/>
          <p:cNvSpPr/>
          <p:nvPr/>
        </p:nvSpPr>
        <p:spPr>
          <a:xfrm>
            <a:off x="2486025" y="6038850"/>
            <a:ext cx="28194000" cy="0"/>
          </a:xfrm>
          <a:prstGeom prst="line">
            <a:avLst/>
          </a:prstGeom>
          <a:ln cap="flat" w="9525">
            <a:solidFill>
              <a:srgbClr val="00C2CB">
                <a:alpha val="40000"/>
              </a:srgbClr>
            </a:solidFill>
            <a:prstDash val="solid"/>
            <a:headEnd type="none" len="sm" w="sm"/>
            <a:tailEnd type="none" len="sm" w="sm"/>
          </a:ln>
        </p:spPr>
      </p:sp>
      <p:sp>
        <p:nvSpPr>
          <p:cNvPr name="AutoShape 35" id="35"/>
          <p:cNvSpPr/>
          <p:nvPr/>
        </p:nvSpPr>
        <p:spPr>
          <a:xfrm>
            <a:off x="2486025" y="6877050"/>
            <a:ext cx="28194000" cy="0"/>
          </a:xfrm>
          <a:prstGeom prst="line">
            <a:avLst/>
          </a:prstGeom>
          <a:ln cap="flat" w="9525">
            <a:solidFill>
              <a:srgbClr val="00C2CB">
                <a:alpha val="40000"/>
              </a:srgbClr>
            </a:solidFill>
            <a:prstDash val="solid"/>
            <a:headEnd type="none" len="sm" w="sm"/>
            <a:tailEnd type="none" len="sm" w="sm"/>
          </a:ln>
        </p:spPr>
      </p:sp>
      <p:sp>
        <p:nvSpPr>
          <p:cNvPr name="AutoShape 36" id="36"/>
          <p:cNvSpPr/>
          <p:nvPr/>
        </p:nvSpPr>
        <p:spPr>
          <a:xfrm>
            <a:off x="2486025" y="8201025"/>
            <a:ext cx="28194000" cy="0"/>
          </a:xfrm>
          <a:prstGeom prst="line">
            <a:avLst/>
          </a:prstGeom>
          <a:ln cap="flat" w="9525">
            <a:solidFill>
              <a:srgbClr val="00C2CB">
                <a:alpha val="40000"/>
              </a:srgbClr>
            </a:solidFill>
            <a:prstDash val="solid"/>
            <a:headEnd type="none" len="sm" w="sm"/>
            <a:tailEnd type="none" len="sm" w="sm"/>
          </a:ln>
        </p:spPr>
      </p:sp>
      <p:sp>
        <p:nvSpPr>
          <p:cNvPr name="AutoShape 37" id="37"/>
          <p:cNvSpPr/>
          <p:nvPr/>
        </p:nvSpPr>
        <p:spPr>
          <a:xfrm>
            <a:off x="2486025" y="9544050"/>
            <a:ext cx="28194000" cy="0"/>
          </a:xfrm>
          <a:prstGeom prst="line">
            <a:avLst/>
          </a:prstGeom>
          <a:ln cap="flat" w="9525">
            <a:solidFill>
              <a:srgbClr val="00C2CB">
                <a:alpha val="40000"/>
              </a:srgbClr>
            </a:solidFill>
            <a:prstDash val="solid"/>
            <a:headEnd type="none" len="sm" w="sm"/>
            <a:tailEnd type="none" len="sm" w="sm"/>
          </a:ln>
        </p:spPr>
      </p:sp>
      <p:sp>
        <p:nvSpPr>
          <p:cNvPr name="AutoShape 38" id="38"/>
          <p:cNvSpPr/>
          <p:nvPr/>
        </p:nvSpPr>
        <p:spPr>
          <a:xfrm>
            <a:off x="2486025" y="10896600"/>
            <a:ext cx="28194000" cy="0"/>
          </a:xfrm>
          <a:prstGeom prst="line">
            <a:avLst/>
          </a:prstGeom>
          <a:ln cap="flat" w="9525">
            <a:solidFill>
              <a:srgbClr val="00C2CB">
                <a:alpha val="40000"/>
              </a:srgbClr>
            </a:solidFill>
            <a:prstDash val="solid"/>
            <a:headEnd type="none" len="sm" w="sm"/>
            <a:tailEnd type="none" len="sm" w="sm"/>
          </a:ln>
        </p:spPr>
      </p:sp>
      <p:sp>
        <p:nvSpPr>
          <p:cNvPr name="AutoShape 39" id="39"/>
          <p:cNvSpPr/>
          <p:nvPr/>
        </p:nvSpPr>
        <p:spPr>
          <a:xfrm>
            <a:off x="2486025" y="12249150"/>
            <a:ext cx="28194000" cy="0"/>
          </a:xfrm>
          <a:prstGeom prst="line">
            <a:avLst/>
          </a:prstGeom>
          <a:ln cap="flat" w="9525">
            <a:solidFill>
              <a:srgbClr val="00C2CB">
                <a:alpha val="40000"/>
              </a:srgbClr>
            </a:solidFill>
            <a:prstDash val="solid"/>
            <a:headEnd type="none" len="sm" w="sm"/>
            <a:tailEnd type="none" len="sm" w="sm"/>
          </a:ln>
        </p:spPr>
      </p:sp>
      <p:sp>
        <p:nvSpPr>
          <p:cNvPr name="TextBox 40" id="40"/>
          <p:cNvSpPr txBox="true"/>
          <p:nvPr/>
        </p:nvSpPr>
        <p:spPr>
          <a:xfrm rot="0">
            <a:off x="9725025" y="11564601"/>
            <a:ext cx="10439400" cy="516927"/>
          </a:xfrm>
          <a:prstGeom prst="rect">
            <a:avLst/>
          </a:prstGeom>
        </p:spPr>
        <p:txBody>
          <a:bodyPr anchor="t" rtlCol="false" tIns="0" lIns="0" bIns="0" rIns="0">
            <a:spAutoFit/>
          </a:bodyPr>
          <a:lstStyle/>
          <a:p>
            <a:pPr algn="ctr" marL="0" indent="0" lvl="0">
              <a:lnSpc>
                <a:spcPts val="4059"/>
              </a:lnSpc>
              <a:spcBef>
                <a:spcPct val="0"/>
              </a:spcBef>
            </a:pPr>
            <a:r>
              <a:rPr lang="en-US" sz="2899" strike="noStrike" u="none">
                <a:solidFill>
                  <a:srgbClr val="FFFFFF"/>
                </a:solidFill>
                <a:latin typeface="Poppins 2"/>
                <a:ea typeface="Poppins 2"/>
                <a:cs typeface="Poppins 2"/>
                <a:sym typeface="Poppins 2"/>
              </a:rPr>
              <a:t>2503010009</a:t>
            </a:r>
          </a:p>
        </p:txBody>
      </p:sp>
      <p:sp>
        <p:nvSpPr>
          <p:cNvPr name="TextBox 41" id="41"/>
          <p:cNvSpPr txBox="true"/>
          <p:nvPr/>
        </p:nvSpPr>
        <p:spPr>
          <a:xfrm rot="0">
            <a:off x="439947" y="11561127"/>
            <a:ext cx="14527757"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Muhammad Husni</a:t>
            </a:r>
          </a:p>
        </p:txBody>
      </p:sp>
      <p:sp>
        <p:nvSpPr>
          <p:cNvPr name="TextBox 42" id="42"/>
          <p:cNvSpPr txBox="true"/>
          <p:nvPr/>
        </p:nvSpPr>
        <p:spPr>
          <a:xfrm rot="0">
            <a:off x="2486025" y="11561127"/>
            <a:ext cx="19050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4</a:t>
            </a:r>
          </a:p>
        </p:txBody>
      </p:sp>
      <p:sp>
        <p:nvSpPr>
          <p:cNvPr name="TextBox 43" id="43"/>
          <p:cNvSpPr txBox="true"/>
          <p:nvPr/>
        </p:nvSpPr>
        <p:spPr>
          <a:xfrm rot="0">
            <a:off x="9725025" y="10208577"/>
            <a:ext cx="104394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2503010017</a:t>
            </a:r>
          </a:p>
        </p:txBody>
      </p:sp>
      <p:sp>
        <p:nvSpPr>
          <p:cNvPr name="TextBox 44" id="44"/>
          <p:cNvSpPr txBox="true"/>
          <p:nvPr/>
        </p:nvSpPr>
        <p:spPr>
          <a:xfrm rot="0">
            <a:off x="439947" y="10208577"/>
            <a:ext cx="15697871"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Muhammad Frian Erliana</a:t>
            </a:r>
          </a:p>
        </p:txBody>
      </p:sp>
      <p:sp>
        <p:nvSpPr>
          <p:cNvPr name="TextBox 45" id="45"/>
          <p:cNvSpPr txBox="true"/>
          <p:nvPr/>
        </p:nvSpPr>
        <p:spPr>
          <a:xfrm rot="0">
            <a:off x="2486025" y="10208577"/>
            <a:ext cx="19050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3</a:t>
            </a:r>
          </a:p>
        </p:txBody>
      </p:sp>
      <p:sp>
        <p:nvSpPr>
          <p:cNvPr name="TextBox 46" id="46"/>
          <p:cNvSpPr txBox="true"/>
          <p:nvPr/>
        </p:nvSpPr>
        <p:spPr>
          <a:xfrm rot="0">
            <a:off x="9725025" y="8856027"/>
            <a:ext cx="104394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2503010007</a:t>
            </a:r>
          </a:p>
        </p:txBody>
      </p:sp>
      <p:sp>
        <p:nvSpPr>
          <p:cNvPr name="TextBox 47" id="47"/>
          <p:cNvSpPr txBox="true"/>
          <p:nvPr/>
        </p:nvSpPr>
        <p:spPr>
          <a:xfrm rot="0">
            <a:off x="439947" y="8856027"/>
            <a:ext cx="14858441"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Mohamad Zidni Ilma</a:t>
            </a:r>
          </a:p>
        </p:txBody>
      </p:sp>
      <p:sp>
        <p:nvSpPr>
          <p:cNvPr name="TextBox 48" id="48"/>
          <p:cNvSpPr txBox="true"/>
          <p:nvPr/>
        </p:nvSpPr>
        <p:spPr>
          <a:xfrm rot="0">
            <a:off x="2486025" y="8856027"/>
            <a:ext cx="19050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2</a:t>
            </a:r>
          </a:p>
        </p:txBody>
      </p:sp>
      <p:sp>
        <p:nvSpPr>
          <p:cNvPr name="TextBox 49" id="49"/>
          <p:cNvSpPr txBox="true"/>
          <p:nvPr/>
        </p:nvSpPr>
        <p:spPr>
          <a:xfrm rot="0">
            <a:off x="9725025" y="7513002"/>
            <a:ext cx="104394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2503010002</a:t>
            </a:r>
          </a:p>
        </p:txBody>
      </p:sp>
      <p:sp>
        <p:nvSpPr>
          <p:cNvPr name="TextBox 50" id="50"/>
          <p:cNvSpPr txBox="true"/>
          <p:nvPr/>
        </p:nvSpPr>
        <p:spPr>
          <a:xfrm rot="0">
            <a:off x="439947" y="7513002"/>
            <a:ext cx="152400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Muhammad Nur Faaiz</a:t>
            </a:r>
          </a:p>
        </p:txBody>
      </p:sp>
      <p:sp>
        <p:nvSpPr>
          <p:cNvPr name="TextBox 51" id="51"/>
          <p:cNvSpPr txBox="true"/>
          <p:nvPr/>
        </p:nvSpPr>
        <p:spPr>
          <a:xfrm rot="0">
            <a:off x="2486025" y="7513002"/>
            <a:ext cx="1905000" cy="523875"/>
          </a:xfrm>
          <a:prstGeom prst="rect">
            <a:avLst/>
          </a:prstGeom>
        </p:spPr>
        <p:txBody>
          <a:bodyPr anchor="t" rtlCol="false" tIns="0" lIns="0" bIns="0" rIns="0">
            <a:spAutoFit/>
          </a:bodyPr>
          <a:lstStyle/>
          <a:p>
            <a:pPr algn="ctr" marL="0" indent="0" lvl="0">
              <a:lnSpc>
                <a:spcPts val="4199"/>
              </a:lnSpc>
              <a:spcBef>
                <a:spcPct val="0"/>
              </a:spcBef>
            </a:pPr>
            <a:r>
              <a:rPr lang="en-US" sz="2999" strike="noStrike" u="none">
                <a:solidFill>
                  <a:srgbClr val="FFFFFF"/>
                </a:solidFill>
                <a:latin typeface="Poppins 2"/>
                <a:ea typeface="Poppins 2"/>
                <a:cs typeface="Poppins 2"/>
                <a:sym typeface="Poppins 2"/>
              </a:rPr>
              <a:t>1</a:t>
            </a:r>
          </a:p>
        </p:txBody>
      </p:sp>
      <p:sp>
        <p:nvSpPr>
          <p:cNvPr name="TextBox 52" id="52"/>
          <p:cNvSpPr txBox="true"/>
          <p:nvPr/>
        </p:nvSpPr>
        <p:spPr>
          <a:xfrm rot="0">
            <a:off x="9725025" y="6099810"/>
            <a:ext cx="10477500" cy="625475"/>
          </a:xfrm>
          <a:prstGeom prst="rect">
            <a:avLst/>
          </a:prstGeom>
        </p:spPr>
        <p:txBody>
          <a:bodyPr anchor="t" rtlCol="false" tIns="0" lIns="0" bIns="0" rIns="0">
            <a:spAutoFit/>
          </a:bodyPr>
          <a:lstStyle/>
          <a:p>
            <a:pPr algn="ctr" marL="0" indent="0" lvl="0">
              <a:lnSpc>
                <a:spcPts val="4899"/>
              </a:lnSpc>
              <a:spcBef>
                <a:spcPct val="0"/>
              </a:spcBef>
            </a:pPr>
            <a:r>
              <a:rPr lang="en-US" b="true" sz="3499" strike="noStrike" u="none">
                <a:solidFill>
                  <a:srgbClr val="FFFFFF"/>
                </a:solidFill>
                <a:latin typeface="Poppins 2 Bold"/>
                <a:ea typeface="Poppins 2 Bold"/>
                <a:cs typeface="Poppins 2 Bold"/>
                <a:sym typeface="Poppins 2 Bold"/>
              </a:rPr>
              <a:t>NIM</a:t>
            </a:r>
          </a:p>
        </p:txBody>
      </p:sp>
      <p:sp>
        <p:nvSpPr>
          <p:cNvPr name="TextBox 53" id="53"/>
          <p:cNvSpPr txBox="true"/>
          <p:nvPr/>
        </p:nvSpPr>
        <p:spPr>
          <a:xfrm rot="0">
            <a:off x="2486025" y="6099810"/>
            <a:ext cx="1905000" cy="625475"/>
          </a:xfrm>
          <a:prstGeom prst="rect">
            <a:avLst/>
          </a:prstGeom>
        </p:spPr>
        <p:txBody>
          <a:bodyPr anchor="t" rtlCol="false" tIns="0" lIns="0" bIns="0" rIns="0">
            <a:spAutoFit/>
          </a:bodyPr>
          <a:lstStyle/>
          <a:p>
            <a:pPr algn="ctr" marL="0" indent="0" lvl="0">
              <a:lnSpc>
                <a:spcPts val="4899"/>
              </a:lnSpc>
              <a:spcBef>
                <a:spcPct val="0"/>
              </a:spcBef>
            </a:pPr>
            <a:r>
              <a:rPr lang="en-US" b="true" sz="3499" strike="noStrike" u="none">
                <a:solidFill>
                  <a:srgbClr val="FFFFFF"/>
                </a:solidFill>
                <a:latin typeface="Poppins 2 Bold"/>
                <a:ea typeface="Poppins 2 Bold"/>
                <a:cs typeface="Poppins 2 Bold"/>
                <a:sym typeface="Poppins 2 Bold"/>
              </a:rPr>
              <a:t>No</a:t>
            </a:r>
          </a:p>
        </p:txBody>
      </p:sp>
      <p:sp>
        <p:nvSpPr>
          <p:cNvPr name="TextBox 54" id="54"/>
          <p:cNvSpPr txBox="true"/>
          <p:nvPr/>
        </p:nvSpPr>
        <p:spPr>
          <a:xfrm rot="0">
            <a:off x="731762" y="6084887"/>
            <a:ext cx="15240000" cy="625475"/>
          </a:xfrm>
          <a:prstGeom prst="rect">
            <a:avLst/>
          </a:prstGeom>
        </p:spPr>
        <p:txBody>
          <a:bodyPr anchor="t" rtlCol="false" tIns="0" lIns="0" bIns="0" rIns="0">
            <a:spAutoFit/>
          </a:bodyPr>
          <a:lstStyle/>
          <a:p>
            <a:pPr algn="ctr" marL="0" indent="0" lvl="0">
              <a:lnSpc>
                <a:spcPts val="4899"/>
              </a:lnSpc>
              <a:spcBef>
                <a:spcPct val="0"/>
              </a:spcBef>
            </a:pPr>
            <a:r>
              <a:rPr lang="en-US" b="true" sz="3499" strike="noStrike" u="none">
                <a:solidFill>
                  <a:srgbClr val="FFFFFF"/>
                </a:solidFill>
                <a:latin typeface="Poppins 2 Bold"/>
                <a:ea typeface="Poppins 2 Bold"/>
                <a:cs typeface="Poppins 2 Bold"/>
                <a:sym typeface="Poppins 2 Bold"/>
              </a:rPr>
              <a:t>Nama</a:t>
            </a:r>
          </a:p>
        </p:txBody>
      </p:sp>
      <p:sp>
        <p:nvSpPr>
          <p:cNvPr name="AutoShape 55" id="55"/>
          <p:cNvSpPr/>
          <p:nvPr/>
        </p:nvSpPr>
        <p:spPr>
          <a:xfrm>
            <a:off x="1228725" y="16849725"/>
            <a:ext cx="30060900" cy="0"/>
          </a:xfrm>
          <a:prstGeom prst="line">
            <a:avLst/>
          </a:prstGeom>
          <a:ln cap="flat" w="19050">
            <a:solidFill>
              <a:srgbClr val="00C2CB"/>
            </a:solidFill>
            <a:prstDash val="solid"/>
            <a:headEnd type="none" len="sm" w="sm"/>
            <a:tailEnd type="none" len="sm" w="sm"/>
          </a:ln>
        </p:spPr>
      </p:sp>
      <p:sp>
        <p:nvSpPr>
          <p:cNvPr name="TextBox 56" id="56"/>
          <p:cNvSpPr txBox="true"/>
          <p:nvPr/>
        </p:nvSpPr>
        <p:spPr>
          <a:xfrm rot="0">
            <a:off x="20481305" y="6099810"/>
            <a:ext cx="4787885" cy="625475"/>
          </a:xfrm>
          <a:prstGeom prst="rect">
            <a:avLst/>
          </a:prstGeom>
        </p:spPr>
        <p:txBody>
          <a:bodyPr anchor="t" rtlCol="false" tIns="0" lIns="0" bIns="0" rIns="0">
            <a:spAutoFit/>
          </a:bodyPr>
          <a:lstStyle/>
          <a:p>
            <a:pPr algn="ctr" marL="0" indent="0" lvl="0">
              <a:lnSpc>
                <a:spcPts val="4899"/>
              </a:lnSpc>
              <a:spcBef>
                <a:spcPct val="0"/>
              </a:spcBef>
            </a:pPr>
            <a:r>
              <a:rPr lang="en-US" b="true" sz="3499">
                <a:solidFill>
                  <a:srgbClr val="FFFFFF"/>
                </a:solidFill>
                <a:latin typeface="Poppins 2 Bold"/>
                <a:ea typeface="Poppins 2 Bold"/>
                <a:cs typeface="Poppins 2 Bold"/>
                <a:sym typeface="Poppins 2 Bold"/>
              </a:rPr>
              <a:t>Peran</a:t>
            </a:r>
          </a:p>
        </p:txBody>
      </p:sp>
      <p:sp>
        <p:nvSpPr>
          <p:cNvPr name="TextBox 57" id="57"/>
          <p:cNvSpPr txBox="true"/>
          <p:nvPr/>
        </p:nvSpPr>
        <p:spPr>
          <a:xfrm rot="0">
            <a:off x="19887435" y="7513002"/>
            <a:ext cx="5064875" cy="523875"/>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FFFFF"/>
                </a:solidFill>
                <a:latin typeface="Poppins 2"/>
                <a:ea typeface="Poppins 2"/>
                <a:cs typeface="Poppins 2"/>
                <a:sym typeface="Poppins 2"/>
              </a:rPr>
              <a:t>Lead Developer</a:t>
            </a:r>
          </a:p>
        </p:txBody>
      </p:sp>
      <p:sp>
        <p:nvSpPr>
          <p:cNvPr name="TextBox 58" id="58"/>
          <p:cNvSpPr txBox="true"/>
          <p:nvPr/>
        </p:nvSpPr>
        <p:spPr>
          <a:xfrm rot="0">
            <a:off x="20481305" y="8863012"/>
            <a:ext cx="5064875" cy="523875"/>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FFFFF"/>
                </a:solidFill>
                <a:latin typeface="Poppins 2"/>
                <a:ea typeface="Poppins 2"/>
                <a:cs typeface="Poppins 2"/>
                <a:sym typeface="Poppins 2"/>
              </a:rPr>
              <a:t>Linear Data Specialist</a:t>
            </a:r>
          </a:p>
        </p:txBody>
      </p:sp>
      <p:sp>
        <p:nvSpPr>
          <p:cNvPr name="TextBox 59" id="59"/>
          <p:cNvSpPr txBox="true"/>
          <p:nvPr/>
        </p:nvSpPr>
        <p:spPr>
          <a:xfrm rot="0">
            <a:off x="20986095" y="10215562"/>
            <a:ext cx="5252813" cy="523875"/>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FFFFF"/>
                </a:solidFill>
                <a:latin typeface="Poppins 2"/>
                <a:ea typeface="Poppins 2"/>
                <a:cs typeface="Poppins 2"/>
                <a:sym typeface="Poppins 2"/>
              </a:rPr>
              <a:t>Hierarchical Data Specialist</a:t>
            </a:r>
          </a:p>
        </p:txBody>
      </p:sp>
      <p:sp>
        <p:nvSpPr>
          <p:cNvPr name="TextBox 60" id="60"/>
          <p:cNvSpPr txBox="true"/>
          <p:nvPr/>
        </p:nvSpPr>
        <p:spPr>
          <a:xfrm rot="0">
            <a:off x="20986095" y="11539538"/>
            <a:ext cx="5252813" cy="523875"/>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FFFFF"/>
                </a:solidFill>
                <a:latin typeface="Poppins 2"/>
                <a:ea typeface="Poppins 2"/>
                <a:cs typeface="Poppins 2"/>
                <a:sym typeface="Poppins 2"/>
              </a:rPr>
              <a:t>Network &amp; Graph Specialist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341103" y="-108000"/>
            <a:ext cx="15823631" cy="10408500"/>
            <a:chOff x="0" y="0"/>
            <a:chExt cx="21098175" cy="13878000"/>
          </a:xfrm>
        </p:grpSpPr>
        <p:sp>
          <p:nvSpPr>
            <p:cNvPr name="Freeform 5" id="5"/>
            <p:cNvSpPr/>
            <p:nvPr/>
          </p:nvSpPr>
          <p:spPr>
            <a:xfrm flipH="false" flipV="false" rot="0">
              <a:off x="0" y="0"/>
              <a:ext cx="21098176" cy="13877999"/>
            </a:xfrm>
            <a:custGeom>
              <a:avLst/>
              <a:gdLst/>
              <a:ahLst/>
              <a:cxnLst/>
              <a:rect r="r" b="b" t="t" l="l"/>
              <a:pathLst>
                <a:path h="13877999" w="21098176">
                  <a:moveTo>
                    <a:pt x="0" y="0"/>
                  </a:moveTo>
                  <a:lnTo>
                    <a:pt x="21098176" y="0"/>
                  </a:lnTo>
                  <a:lnTo>
                    <a:pt x="21098176" y="13877999"/>
                  </a:lnTo>
                  <a:lnTo>
                    <a:pt x="0" y="13877999"/>
                  </a:lnTo>
                  <a:close/>
                </a:path>
              </a:pathLst>
            </a:custGeom>
            <a:blipFill>
              <a:blip r:embed="rId3"/>
              <a:stretch>
                <a:fillRect l="0" t="-57" r="0" b="-57"/>
              </a:stretch>
            </a:blipFill>
          </p:spPr>
        </p:sp>
      </p:grpSp>
      <p:grpSp>
        <p:nvGrpSpPr>
          <p:cNvPr name="Group 6" id="6"/>
          <p:cNvGrpSpPr/>
          <p:nvPr/>
        </p:nvGrpSpPr>
        <p:grpSpPr>
          <a:xfrm rot="0">
            <a:off x="-341103" y="11842500"/>
            <a:ext cx="7911816" cy="6553500"/>
            <a:chOff x="0" y="0"/>
            <a:chExt cx="10549087" cy="8738000"/>
          </a:xfrm>
        </p:grpSpPr>
        <p:sp>
          <p:nvSpPr>
            <p:cNvPr name="Freeform 7" id="7"/>
            <p:cNvSpPr/>
            <p:nvPr/>
          </p:nvSpPr>
          <p:spPr>
            <a:xfrm flipH="false" flipV="false" rot="0">
              <a:off x="0" y="0"/>
              <a:ext cx="10549088" cy="8738000"/>
            </a:xfrm>
            <a:custGeom>
              <a:avLst/>
              <a:gdLst/>
              <a:ahLst/>
              <a:cxnLst/>
              <a:rect r="r" b="b" t="t" l="l"/>
              <a:pathLst>
                <a:path h="8738000" w="10549088">
                  <a:moveTo>
                    <a:pt x="0" y="0"/>
                  </a:moveTo>
                  <a:lnTo>
                    <a:pt x="10549088" y="0"/>
                  </a:lnTo>
                  <a:lnTo>
                    <a:pt x="10549088" y="8738000"/>
                  </a:lnTo>
                  <a:lnTo>
                    <a:pt x="0" y="8738000"/>
                  </a:lnTo>
                  <a:close/>
                </a:path>
              </a:pathLst>
            </a:custGeom>
            <a:blipFill>
              <a:blip r:embed="rId4"/>
              <a:stretch>
                <a:fillRect l="0" t="-57" r="0" b="-57"/>
              </a:stretch>
            </a:blipFill>
          </p:spPr>
        </p:sp>
      </p:grpSp>
      <p:grpSp>
        <p:nvGrpSpPr>
          <p:cNvPr name="Group 8" id="8"/>
          <p:cNvGrpSpPr/>
          <p:nvPr/>
        </p:nvGrpSpPr>
        <p:grpSpPr>
          <a:xfrm rot="0">
            <a:off x="26506003" y="-108000"/>
            <a:ext cx="6343925" cy="6168000"/>
            <a:chOff x="0" y="0"/>
            <a:chExt cx="8458567" cy="8224000"/>
          </a:xfrm>
        </p:grpSpPr>
        <p:sp>
          <p:nvSpPr>
            <p:cNvPr name="Freeform 9" id="9"/>
            <p:cNvSpPr/>
            <p:nvPr/>
          </p:nvSpPr>
          <p:spPr>
            <a:xfrm flipH="false" flipV="false" rot="0">
              <a:off x="0" y="0"/>
              <a:ext cx="8458567" cy="8224000"/>
            </a:xfrm>
            <a:custGeom>
              <a:avLst/>
              <a:gdLst/>
              <a:ahLst/>
              <a:cxnLst/>
              <a:rect r="r" b="b" t="t" l="l"/>
              <a:pathLst>
                <a:path h="8224000" w="8458567">
                  <a:moveTo>
                    <a:pt x="0" y="0"/>
                  </a:moveTo>
                  <a:lnTo>
                    <a:pt x="8458567" y="0"/>
                  </a:lnTo>
                  <a:lnTo>
                    <a:pt x="8458567" y="8224000"/>
                  </a:lnTo>
                  <a:lnTo>
                    <a:pt x="0" y="8224000"/>
                  </a:lnTo>
                  <a:close/>
                </a:path>
              </a:pathLst>
            </a:custGeom>
            <a:blipFill>
              <a:blip r:embed="rId5"/>
              <a:stretch>
                <a:fillRect l="0" t="-57" r="0" b="-57"/>
              </a:stretch>
            </a:blipFill>
          </p:spPr>
        </p:sp>
      </p:grpSp>
      <p:grpSp>
        <p:nvGrpSpPr>
          <p:cNvPr name="Group 10" id="10"/>
          <p:cNvGrpSpPr/>
          <p:nvPr/>
        </p:nvGrpSpPr>
        <p:grpSpPr>
          <a:xfrm rot="0">
            <a:off x="26120061" y="2205000"/>
            <a:ext cx="3184023" cy="3084000"/>
            <a:chOff x="0" y="0"/>
            <a:chExt cx="4245364" cy="4112000"/>
          </a:xfrm>
        </p:grpSpPr>
        <p:sp>
          <p:nvSpPr>
            <p:cNvPr name="Freeform 11" id="11"/>
            <p:cNvSpPr/>
            <p:nvPr/>
          </p:nvSpPr>
          <p:spPr>
            <a:xfrm flipH="false" flipV="false" rot="0">
              <a:off x="0" y="0"/>
              <a:ext cx="4245365" cy="4112000"/>
            </a:xfrm>
            <a:custGeom>
              <a:avLst/>
              <a:gdLst/>
              <a:ahLst/>
              <a:cxnLst/>
              <a:rect r="r" b="b" t="t" l="l"/>
              <a:pathLst>
                <a:path h="4112000" w="4245365">
                  <a:moveTo>
                    <a:pt x="0" y="0"/>
                  </a:moveTo>
                  <a:lnTo>
                    <a:pt x="4245365" y="0"/>
                  </a:lnTo>
                  <a:lnTo>
                    <a:pt x="4245365" y="4112000"/>
                  </a:lnTo>
                  <a:lnTo>
                    <a:pt x="0" y="4112000"/>
                  </a:lnTo>
                  <a:close/>
                </a:path>
              </a:pathLst>
            </a:custGeom>
            <a:blipFill>
              <a:blip r:embed="rId6"/>
              <a:stretch>
                <a:fillRect l="0" t="-57" r="0" b="-57"/>
              </a:stretch>
            </a:blipFill>
          </p:spPr>
        </p:sp>
      </p:grpSp>
      <p:grpSp>
        <p:nvGrpSpPr>
          <p:cNvPr name="Group 12" id="12"/>
          <p:cNvGrpSpPr/>
          <p:nvPr/>
        </p:nvGrpSpPr>
        <p:grpSpPr>
          <a:xfrm rot="0">
            <a:off x="4772631" y="14155500"/>
            <a:ext cx="2002075" cy="1927500"/>
            <a:chOff x="0" y="0"/>
            <a:chExt cx="2669434" cy="2570000"/>
          </a:xfrm>
        </p:grpSpPr>
        <p:sp>
          <p:nvSpPr>
            <p:cNvPr name="Freeform 13" id="13"/>
            <p:cNvSpPr/>
            <p:nvPr/>
          </p:nvSpPr>
          <p:spPr>
            <a:xfrm flipH="false" flipV="false" rot="0">
              <a:off x="0" y="0"/>
              <a:ext cx="2669434" cy="2570000"/>
            </a:xfrm>
            <a:custGeom>
              <a:avLst/>
              <a:gdLst/>
              <a:ahLst/>
              <a:cxnLst/>
              <a:rect r="r" b="b" t="t" l="l"/>
              <a:pathLst>
                <a:path h="2570000" w="2669434">
                  <a:moveTo>
                    <a:pt x="0" y="0"/>
                  </a:moveTo>
                  <a:lnTo>
                    <a:pt x="2669434" y="0"/>
                  </a:lnTo>
                  <a:lnTo>
                    <a:pt x="2669434" y="2570000"/>
                  </a:lnTo>
                  <a:lnTo>
                    <a:pt x="0" y="2570000"/>
                  </a:lnTo>
                  <a:close/>
                </a:path>
              </a:pathLst>
            </a:custGeom>
            <a:blipFill>
              <a:blip r:embed="rId7"/>
              <a:stretch>
                <a:fillRect l="0" t="-57" r="0" b="-57"/>
              </a:stretch>
            </a:blipFill>
          </p:spPr>
        </p:sp>
      </p:grpSp>
      <p:grpSp>
        <p:nvGrpSpPr>
          <p:cNvPr name="Group 14" id="14"/>
          <p:cNvGrpSpPr/>
          <p:nvPr/>
        </p:nvGrpSpPr>
        <p:grpSpPr>
          <a:xfrm rot="0">
            <a:off x="-1210339" y="5141279"/>
            <a:ext cx="19595247" cy="10318442"/>
            <a:chOff x="0" y="0"/>
            <a:chExt cx="19522244" cy="10280000"/>
          </a:xfrm>
        </p:grpSpPr>
        <p:sp>
          <p:nvSpPr>
            <p:cNvPr name="Freeform 15" id="15"/>
            <p:cNvSpPr/>
            <p:nvPr/>
          </p:nvSpPr>
          <p:spPr>
            <a:xfrm flipH="false" flipV="false" rot="0">
              <a:off x="0" y="0"/>
              <a:ext cx="19522244" cy="10280000"/>
            </a:xfrm>
            <a:custGeom>
              <a:avLst/>
              <a:gdLst/>
              <a:ahLst/>
              <a:cxnLst/>
              <a:rect r="r" b="b" t="t" l="l"/>
              <a:pathLst>
                <a:path h="10280000" w="19522244">
                  <a:moveTo>
                    <a:pt x="0" y="0"/>
                  </a:moveTo>
                  <a:lnTo>
                    <a:pt x="19522244" y="0"/>
                  </a:lnTo>
                  <a:lnTo>
                    <a:pt x="19522244" y="10280000"/>
                  </a:lnTo>
                  <a:lnTo>
                    <a:pt x="0" y="10280000"/>
                  </a:lnTo>
                  <a:close/>
                </a:path>
              </a:pathLst>
            </a:custGeom>
            <a:blipFill>
              <a:blip r:embed="rId8"/>
              <a:stretch>
                <a:fillRect l="0" t="-87" r="0" b="-87"/>
              </a:stretch>
            </a:blipFill>
          </p:spPr>
        </p:sp>
      </p:grpSp>
      <p:sp>
        <p:nvSpPr>
          <p:cNvPr name="Freeform 16" id="16"/>
          <p:cNvSpPr/>
          <p:nvPr/>
        </p:nvSpPr>
        <p:spPr>
          <a:xfrm flipH="false" flipV="false" rot="0">
            <a:off x="4518177" y="7441881"/>
            <a:ext cx="508909" cy="508909"/>
          </a:xfrm>
          <a:custGeom>
            <a:avLst/>
            <a:gdLst/>
            <a:ahLst/>
            <a:cxnLst/>
            <a:rect r="r" b="b" t="t" l="l"/>
            <a:pathLst>
              <a:path h="508909" w="508909">
                <a:moveTo>
                  <a:pt x="0" y="0"/>
                </a:moveTo>
                <a:lnTo>
                  <a:pt x="508909" y="0"/>
                </a:lnTo>
                <a:lnTo>
                  <a:pt x="508909" y="508909"/>
                </a:lnTo>
                <a:lnTo>
                  <a:pt x="0" y="5089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7" id="17"/>
          <p:cNvGrpSpPr/>
          <p:nvPr/>
        </p:nvGrpSpPr>
        <p:grpSpPr>
          <a:xfrm rot="0">
            <a:off x="14521086" y="5385375"/>
            <a:ext cx="18668146" cy="9830250"/>
            <a:chOff x="0" y="0"/>
            <a:chExt cx="19522244" cy="10280000"/>
          </a:xfrm>
        </p:grpSpPr>
        <p:sp>
          <p:nvSpPr>
            <p:cNvPr name="Freeform 18" id="18"/>
            <p:cNvSpPr/>
            <p:nvPr/>
          </p:nvSpPr>
          <p:spPr>
            <a:xfrm flipH="false" flipV="false" rot="0">
              <a:off x="0" y="0"/>
              <a:ext cx="19522244" cy="10280000"/>
            </a:xfrm>
            <a:custGeom>
              <a:avLst/>
              <a:gdLst/>
              <a:ahLst/>
              <a:cxnLst/>
              <a:rect r="r" b="b" t="t" l="l"/>
              <a:pathLst>
                <a:path h="10280000" w="19522244">
                  <a:moveTo>
                    <a:pt x="0" y="0"/>
                  </a:moveTo>
                  <a:lnTo>
                    <a:pt x="19522244" y="0"/>
                  </a:lnTo>
                  <a:lnTo>
                    <a:pt x="19522244" y="10280000"/>
                  </a:lnTo>
                  <a:lnTo>
                    <a:pt x="0" y="10280000"/>
                  </a:lnTo>
                  <a:close/>
                </a:path>
              </a:pathLst>
            </a:custGeom>
            <a:blipFill>
              <a:blip r:embed="rId11"/>
              <a:stretch>
                <a:fillRect l="0" t="-87" r="0" b="-87"/>
              </a:stretch>
            </a:blipFill>
          </p:spPr>
        </p:sp>
      </p:grpSp>
      <p:sp>
        <p:nvSpPr>
          <p:cNvPr name="Freeform 19" id="19"/>
          <p:cNvSpPr/>
          <p:nvPr/>
        </p:nvSpPr>
        <p:spPr>
          <a:xfrm flipH="false" flipV="false" rot="0">
            <a:off x="20031999" y="7441881"/>
            <a:ext cx="508909" cy="508909"/>
          </a:xfrm>
          <a:custGeom>
            <a:avLst/>
            <a:gdLst/>
            <a:ahLst/>
            <a:cxnLst/>
            <a:rect r="r" b="b" t="t" l="l"/>
            <a:pathLst>
              <a:path h="508909" w="508909">
                <a:moveTo>
                  <a:pt x="0" y="0"/>
                </a:moveTo>
                <a:lnTo>
                  <a:pt x="508909" y="0"/>
                </a:lnTo>
                <a:lnTo>
                  <a:pt x="508909" y="508909"/>
                </a:lnTo>
                <a:lnTo>
                  <a:pt x="0" y="508909"/>
                </a:lnTo>
                <a:lnTo>
                  <a:pt x="0" y="0"/>
                </a:lnTo>
                <a:close/>
              </a:path>
            </a:pathLst>
          </a:custGeom>
          <a:blipFill>
            <a:blip r:embed="rId12"/>
            <a:stretch>
              <a:fillRect l="0" t="0" r="0" b="0"/>
            </a:stretch>
          </a:blipFill>
        </p:spPr>
      </p:sp>
      <p:sp>
        <p:nvSpPr>
          <p:cNvPr name="TextBox 20" id="20"/>
          <p:cNvSpPr txBox="true"/>
          <p:nvPr/>
        </p:nvSpPr>
        <p:spPr>
          <a:xfrm rot="0">
            <a:off x="5289254" y="7229611"/>
            <a:ext cx="6596061" cy="809625"/>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FFFFFF"/>
                </a:solidFill>
                <a:latin typeface="Poppins 1 Bold"/>
                <a:ea typeface="Poppins 1 Bold"/>
                <a:cs typeface="Poppins 1 Bold"/>
                <a:sym typeface="Poppins 1 Bold"/>
              </a:rPr>
              <a:t>Permasalahan Utama</a:t>
            </a:r>
          </a:p>
        </p:txBody>
      </p:sp>
      <p:sp>
        <p:nvSpPr>
          <p:cNvPr name="TextBox 21" id="21"/>
          <p:cNvSpPr txBox="true"/>
          <p:nvPr/>
        </p:nvSpPr>
        <p:spPr>
          <a:xfrm rot="0">
            <a:off x="2381250" y="8667750"/>
            <a:ext cx="12620625" cy="3809821"/>
          </a:xfrm>
          <a:prstGeom prst="rect">
            <a:avLst/>
          </a:prstGeom>
        </p:spPr>
        <p:txBody>
          <a:bodyPr anchor="t" rtlCol="false" tIns="0" lIns="0" bIns="0" rIns="0">
            <a:spAutoFit/>
          </a:bodyPr>
          <a:lstStyle/>
          <a:p>
            <a:pPr algn="just" marL="0" indent="0" lvl="0">
              <a:lnSpc>
                <a:spcPts val="6007"/>
              </a:lnSpc>
              <a:spcBef>
                <a:spcPct val="0"/>
              </a:spcBef>
            </a:pPr>
            <a:r>
              <a:rPr lang="en-US" sz="4004" strike="noStrike" u="none">
                <a:solidFill>
                  <a:srgbClr val="D9D9D9"/>
                </a:solidFill>
                <a:latin typeface="Poppins 2"/>
                <a:ea typeface="Poppins 2"/>
                <a:cs typeface="Poppins 2"/>
                <a:sym typeface="Poppins 2"/>
              </a:rPr>
              <a:t>Mahasiswa (terutama mahasiswa baru) sering kali mengalami kesulitan signifikan dalam melacak lokasi fisik spesifik berupa ruang kelas, gedung, laboratorium, maupun loket layanan administrasi kampus yang tersebar luas.</a:t>
            </a:r>
          </a:p>
        </p:txBody>
      </p:sp>
      <p:sp>
        <p:nvSpPr>
          <p:cNvPr name="TextBox 22" id="22"/>
          <p:cNvSpPr txBox="true"/>
          <p:nvPr/>
        </p:nvSpPr>
        <p:spPr>
          <a:xfrm rot="0">
            <a:off x="20722337" y="7229611"/>
            <a:ext cx="6265643" cy="809625"/>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FFFFFF"/>
                </a:solidFill>
                <a:latin typeface="Poppins 1 Bold"/>
                <a:ea typeface="Poppins 1 Bold"/>
                <a:cs typeface="Poppins 1 Bold"/>
                <a:sym typeface="Poppins 1 Bold"/>
              </a:rPr>
              <a:t>Solusi Solutif Aplikasi</a:t>
            </a:r>
          </a:p>
        </p:txBody>
      </p:sp>
      <p:sp>
        <p:nvSpPr>
          <p:cNvPr name="TextBox 23" id="23"/>
          <p:cNvSpPr txBox="true"/>
          <p:nvPr/>
        </p:nvSpPr>
        <p:spPr>
          <a:xfrm rot="0">
            <a:off x="17811750" y="8677275"/>
            <a:ext cx="12382500" cy="3570008"/>
          </a:xfrm>
          <a:prstGeom prst="rect">
            <a:avLst/>
          </a:prstGeom>
        </p:spPr>
        <p:txBody>
          <a:bodyPr anchor="t" rtlCol="false" tIns="0" lIns="0" bIns="0" rIns="0">
            <a:spAutoFit/>
          </a:bodyPr>
          <a:lstStyle/>
          <a:p>
            <a:pPr algn="just" marL="0" indent="0" lvl="0">
              <a:lnSpc>
                <a:spcPts val="5698"/>
              </a:lnSpc>
              <a:spcBef>
                <a:spcPct val="0"/>
              </a:spcBef>
            </a:pPr>
            <a:r>
              <a:rPr lang="en-US" sz="3798" strike="noStrike" u="none">
                <a:solidFill>
                  <a:srgbClr val="D9D9D9"/>
                </a:solidFill>
                <a:latin typeface="Poppins 2"/>
                <a:ea typeface="Poppins 2"/>
                <a:cs typeface="Poppins 2"/>
                <a:sym typeface="Poppins 2"/>
              </a:rPr>
              <a:t>Membangun sistem pusat informasi navigasi cerdas berbasis Desktop Console (C++) yang secara instan mengintegrasikan manajemen fasilitas, pelacakan ruangan hierarkis, serta penentuan rute jalan terpendek secara matematis.</a:t>
            </a:r>
          </a:p>
        </p:txBody>
      </p:sp>
      <p:sp>
        <p:nvSpPr>
          <p:cNvPr name="TextBox 24" id="24"/>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25" id="25"/>
          <p:cNvSpPr txBox="true"/>
          <p:nvPr/>
        </p:nvSpPr>
        <p:spPr>
          <a:xfrm rot="0">
            <a:off x="29860875" y="17383125"/>
            <a:ext cx="1266825" cy="441288"/>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03</a:t>
            </a:r>
          </a:p>
        </p:txBody>
      </p:sp>
      <p:sp>
        <p:nvSpPr>
          <p:cNvPr name="AutoShape 26" id="26"/>
          <p:cNvSpPr/>
          <p:nvPr/>
        </p:nvSpPr>
        <p:spPr>
          <a:xfrm>
            <a:off x="1228725" y="16849725"/>
            <a:ext cx="30060900" cy="0"/>
          </a:xfrm>
          <a:prstGeom prst="line">
            <a:avLst/>
          </a:prstGeom>
          <a:ln cap="flat" w="19050">
            <a:solidFill>
              <a:srgbClr val="00C2CB"/>
            </a:solidFill>
            <a:prstDash val="solid"/>
            <a:headEnd type="none" len="sm" w="sm"/>
            <a:tailEnd type="none" len="sm" w="sm"/>
          </a:ln>
        </p:spPr>
      </p:sp>
      <p:grpSp>
        <p:nvGrpSpPr>
          <p:cNvPr name="Group 27" id="27"/>
          <p:cNvGrpSpPr/>
          <p:nvPr/>
        </p:nvGrpSpPr>
        <p:grpSpPr>
          <a:xfrm rot="0">
            <a:off x="1206162" y="1189838"/>
            <a:ext cx="349926" cy="1644825"/>
            <a:chOff x="0" y="0"/>
            <a:chExt cx="546751" cy="2570000"/>
          </a:xfrm>
        </p:grpSpPr>
        <p:sp>
          <p:nvSpPr>
            <p:cNvPr name="Freeform 28" id="28"/>
            <p:cNvSpPr/>
            <p:nvPr/>
          </p:nvSpPr>
          <p:spPr>
            <a:xfrm flipH="false" flipV="false" rot="0">
              <a:off x="0" y="0"/>
              <a:ext cx="546752" cy="2570000"/>
            </a:xfrm>
            <a:custGeom>
              <a:avLst/>
              <a:gdLst/>
              <a:ahLst/>
              <a:cxnLst/>
              <a:rect r="r" b="b" t="t" l="l"/>
              <a:pathLst>
                <a:path h="2570000" w="546752">
                  <a:moveTo>
                    <a:pt x="0" y="0"/>
                  </a:moveTo>
                  <a:lnTo>
                    <a:pt x="546752" y="0"/>
                  </a:lnTo>
                  <a:lnTo>
                    <a:pt x="546752" y="2570000"/>
                  </a:lnTo>
                  <a:lnTo>
                    <a:pt x="0" y="2570000"/>
                  </a:lnTo>
                  <a:close/>
                </a:path>
              </a:pathLst>
            </a:custGeom>
            <a:blipFill>
              <a:blip r:embed="rId13"/>
              <a:stretch>
                <a:fillRect l="0" t="-57" r="0" b="-57"/>
              </a:stretch>
            </a:blipFill>
          </p:spPr>
        </p:sp>
      </p:grpSp>
      <p:sp>
        <p:nvSpPr>
          <p:cNvPr name="TextBox 29" id="29"/>
          <p:cNvSpPr txBox="true"/>
          <p:nvPr/>
        </p:nvSpPr>
        <p:spPr>
          <a:xfrm rot="0">
            <a:off x="1828800" y="1254975"/>
            <a:ext cx="21745575" cy="1438275"/>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S</a:t>
            </a:r>
            <a:r>
              <a:rPr lang="en-US" b="true" sz="8999" strike="noStrike" u="none">
                <a:solidFill>
                  <a:srgbClr val="FFFFFF"/>
                </a:solidFill>
                <a:latin typeface="Poppins 2 Bold"/>
                <a:ea typeface="Poppins 2 Bold"/>
                <a:cs typeface="Poppins 2 Bold"/>
                <a:sym typeface="Poppins 2 Bold"/>
              </a:rPr>
              <a:t>t</a:t>
            </a:r>
            <a:r>
              <a:rPr lang="en-US" b="true" sz="8999" strike="noStrike" u="none">
                <a:solidFill>
                  <a:srgbClr val="FFFFFF"/>
                </a:solidFill>
                <a:latin typeface="Poppins 2 Bold"/>
                <a:ea typeface="Poppins 2 Bold"/>
                <a:cs typeface="Poppins 2 Bold"/>
                <a:sym typeface="Poppins 2 Bold"/>
              </a:rPr>
              <a:t>udi K</a:t>
            </a:r>
            <a:r>
              <a:rPr lang="en-US" b="true" sz="8999" strike="noStrike" u="none">
                <a:solidFill>
                  <a:srgbClr val="FFFFFF"/>
                </a:solidFill>
                <a:latin typeface="Poppins 2 Bold"/>
                <a:ea typeface="Poppins 2 Bold"/>
                <a:cs typeface="Poppins 2 Bold"/>
                <a:sym typeface="Poppins 2 Bold"/>
              </a:rPr>
              <a:t>a</a:t>
            </a:r>
            <a:r>
              <a:rPr lang="en-US" b="true" sz="8999" strike="noStrike" u="none">
                <a:solidFill>
                  <a:srgbClr val="FFFFFF"/>
                </a:solidFill>
                <a:latin typeface="Poppins 2 Bold"/>
                <a:ea typeface="Poppins 2 Bold"/>
                <a:cs typeface="Poppins 2 Bold"/>
                <a:sym typeface="Poppins 2 Bold"/>
              </a:rPr>
              <a:t>sus &amp;</a:t>
            </a:r>
            <a:r>
              <a:rPr lang="en-US" b="true" sz="8999" strike="noStrike" u="none">
                <a:solidFill>
                  <a:srgbClr val="FFFFFF"/>
                </a:solidFill>
                <a:latin typeface="Poppins 2 Bold"/>
                <a:ea typeface="Poppins 2 Bold"/>
                <a:cs typeface="Poppins 2 Bold"/>
                <a:sym typeface="Poppins 2 Bold"/>
              </a:rPr>
              <a:t> Anal</a:t>
            </a:r>
            <a:r>
              <a:rPr lang="en-US" b="true" sz="8999" strike="noStrike" u="none">
                <a:solidFill>
                  <a:srgbClr val="FFFFFF"/>
                </a:solidFill>
                <a:latin typeface="Poppins 2 Bold"/>
                <a:ea typeface="Poppins 2 Bold"/>
                <a:cs typeface="Poppins 2 Bold"/>
                <a:sym typeface="Poppins 2 Bold"/>
              </a:rPr>
              <a:t>isis</a:t>
            </a:r>
            <a:r>
              <a:rPr lang="en-US" b="true" sz="8999" strike="noStrike" u="none">
                <a:solidFill>
                  <a:srgbClr val="FFFFFF"/>
                </a:solidFill>
                <a:latin typeface="Poppins 2 Bold"/>
                <a:ea typeface="Poppins 2 Bold"/>
                <a:cs typeface="Poppins 2 Bold"/>
                <a:sym typeface="Poppins 2 Bold"/>
              </a:rPr>
              <a:t> Ke</a:t>
            </a:r>
            <a:r>
              <a:rPr lang="en-US" b="true" sz="8999" strike="noStrike" u="none">
                <a:solidFill>
                  <a:srgbClr val="FFFFFF"/>
                </a:solidFill>
                <a:latin typeface="Poppins 2 Bold"/>
                <a:ea typeface="Poppins 2 Bold"/>
                <a:cs typeface="Poppins 2 Bold"/>
                <a:sym typeface="Poppins 2 Bold"/>
              </a:rPr>
              <a:t>butuh</a:t>
            </a:r>
            <a:r>
              <a:rPr lang="en-US" b="true" sz="8999" strike="noStrike" u="none">
                <a:solidFill>
                  <a:srgbClr val="FFFFFF"/>
                </a:solidFill>
                <a:latin typeface="Poppins 2 Bold"/>
                <a:ea typeface="Poppins 2 Bold"/>
                <a:cs typeface="Poppins 2 Bold"/>
                <a:sym typeface="Poppins 2 Bold"/>
              </a:rPr>
              <a:t>a</a:t>
            </a:r>
            <a:r>
              <a:rPr lang="en-US" b="true" sz="8999" strike="noStrike" u="none">
                <a:solidFill>
                  <a:srgbClr val="FFFFFF"/>
                </a:solidFill>
                <a:latin typeface="Poppins 2 Bold"/>
                <a:ea typeface="Poppins 2 Bold"/>
                <a:cs typeface="Poppins 2 Bold"/>
                <a:sym typeface="Poppins 2 Bold"/>
              </a:rPr>
              <a:t>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sp>
        <p:nvSpPr>
          <p:cNvPr name="AutoShape 4" id="4"/>
          <p:cNvSpPr/>
          <p:nvPr/>
        </p:nvSpPr>
        <p:spPr>
          <a:xfrm>
            <a:off x="1228725" y="16849725"/>
            <a:ext cx="30060900" cy="0"/>
          </a:xfrm>
          <a:prstGeom prst="line">
            <a:avLst/>
          </a:prstGeom>
          <a:ln cap="flat" w="19050">
            <a:solidFill>
              <a:srgbClr val="00C2CB"/>
            </a:solidFill>
            <a:prstDash val="solid"/>
            <a:headEnd type="none" len="sm" w="sm"/>
            <a:tailEnd type="none" len="sm" w="sm"/>
          </a:ln>
        </p:spPr>
      </p:sp>
      <p:grpSp>
        <p:nvGrpSpPr>
          <p:cNvPr name="Group 5" id="5"/>
          <p:cNvGrpSpPr/>
          <p:nvPr/>
        </p:nvGrpSpPr>
        <p:grpSpPr>
          <a:xfrm rot="-10800000">
            <a:off x="-3056470" y="11917573"/>
            <a:ext cx="15823631" cy="6979648"/>
            <a:chOff x="0" y="0"/>
            <a:chExt cx="21098175" cy="9306198"/>
          </a:xfrm>
        </p:grpSpPr>
        <p:sp>
          <p:nvSpPr>
            <p:cNvPr name="Freeform 6" id="6"/>
            <p:cNvSpPr/>
            <p:nvPr/>
          </p:nvSpPr>
          <p:spPr>
            <a:xfrm flipH="false" flipV="false" rot="0">
              <a:off x="0" y="0"/>
              <a:ext cx="21098176" cy="9306198"/>
            </a:xfrm>
            <a:custGeom>
              <a:avLst/>
              <a:gdLst/>
              <a:ahLst/>
              <a:cxnLst/>
              <a:rect r="r" b="b" t="t" l="l"/>
              <a:pathLst>
                <a:path h="9306198" w="21098176">
                  <a:moveTo>
                    <a:pt x="0" y="0"/>
                  </a:moveTo>
                  <a:lnTo>
                    <a:pt x="21098176" y="0"/>
                  </a:lnTo>
                  <a:lnTo>
                    <a:pt x="21098176" y="9306198"/>
                  </a:lnTo>
                  <a:lnTo>
                    <a:pt x="0" y="9306198"/>
                  </a:lnTo>
                  <a:close/>
                </a:path>
              </a:pathLst>
            </a:custGeom>
            <a:blipFill>
              <a:blip r:embed="rId3"/>
              <a:stretch>
                <a:fillRect l="0" t="-24648" r="0" b="-24648"/>
              </a:stretch>
            </a:blipFill>
          </p:spPr>
        </p:sp>
      </p:grpSp>
      <p:grpSp>
        <p:nvGrpSpPr>
          <p:cNvPr name="Group 7" id="7"/>
          <p:cNvGrpSpPr/>
          <p:nvPr/>
        </p:nvGrpSpPr>
        <p:grpSpPr>
          <a:xfrm rot="0">
            <a:off x="-341103" y="-108000"/>
            <a:ext cx="15823631" cy="10408500"/>
            <a:chOff x="0" y="0"/>
            <a:chExt cx="21098175" cy="13878000"/>
          </a:xfrm>
        </p:grpSpPr>
        <p:sp>
          <p:nvSpPr>
            <p:cNvPr name="Freeform 8" id="8"/>
            <p:cNvSpPr/>
            <p:nvPr/>
          </p:nvSpPr>
          <p:spPr>
            <a:xfrm flipH="false" flipV="false" rot="0">
              <a:off x="0" y="0"/>
              <a:ext cx="21098176" cy="13877999"/>
            </a:xfrm>
            <a:custGeom>
              <a:avLst/>
              <a:gdLst/>
              <a:ahLst/>
              <a:cxnLst/>
              <a:rect r="r" b="b" t="t" l="l"/>
              <a:pathLst>
                <a:path h="13877999" w="21098176">
                  <a:moveTo>
                    <a:pt x="0" y="0"/>
                  </a:moveTo>
                  <a:lnTo>
                    <a:pt x="21098176" y="0"/>
                  </a:lnTo>
                  <a:lnTo>
                    <a:pt x="21098176" y="13877999"/>
                  </a:lnTo>
                  <a:lnTo>
                    <a:pt x="0" y="13877999"/>
                  </a:lnTo>
                  <a:close/>
                </a:path>
              </a:pathLst>
            </a:custGeom>
            <a:blipFill>
              <a:blip r:embed="rId3"/>
              <a:stretch>
                <a:fillRect l="0" t="-57" r="0" b="-57"/>
              </a:stretch>
            </a:blipFill>
          </p:spPr>
        </p:sp>
      </p:grpSp>
      <p:sp>
        <p:nvSpPr>
          <p:cNvPr name="Freeform 9" id="9"/>
          <p:cNvSpPr/>
          <p:nvPr/>
        </p:nvSpPr>
        <p:spPr>
          <a:xfrm flipH="false" flipV="false" rot="0">
            <a:off x="10475090" y="0"/>
            <a:ext cx="22033735" cy="18288000"/>
          </a:xfrm>
          <a:custGeom>
            <a:avLst/>
            <a:gdLst/>
            <a:ahLst/>
            <a:cxnLst/>
            <a:rect r="r" b="b" t="t" l="l"/>
            <a:pathLst>
              <a:path h="18288000" w="22033735">
                <a:moveTo>
                  <a:pt x="0" y="0"/>
                </a:moveTo>
                <a:lnTo>
                  <a:pt x="22033735" y="0"/>
                </a:lnTo>
                <a:lnTo>
                  <a:pt x="22033735" y="18288000"/>
                </a:lnTo>
                <a:lnTo>
                  <a:pt x="0" y="18288000"/>
                </a:lnTo>
                <a:lnTo>
                  <a:pt x="0" y="0"/>
                </a:lnTo>
                <a:close/>
              </a:path>
            </a:pathLst>
          </a:custGeom>
          <a:blipFill>
            <a:blip r:embed="rId4"/>
            <a:stretch>
              <a:fillRect l="0" t="0" r="0" b="0"/>
            </a:stretch>
          </a:blipFill>
        </p:spPr>
      </p:sp>
      <p:grpSp>
        <p:nvGrpSpPr>
          <p:cNvPr name="Group 10" id="10"/>
          <p:cNvGrpSpPr/>
          <p:nvPr/>
        </p:nvGrpSpPr>
        <p:grpSpPr>
          <a:xfrm rot="0">
            <a:off x="327366" y="5496656"/>
            <a:ext cx="1866462" cy="7231316"/>
            <a:chOff x="0" y="0"/>
            <a:chExt cx="3184023" cy="12336000"/>
          </a:xfrm>
        </p:grpSpPr>
        <p:sp>
          <p:nvSpPr>
            <p:cNvPr name="Freeform 11" id="11"/>
            <p:cNvSpPr/>
            <p:nvPr/>
          </p:nvSpPr>
          <p:spPr>
            <a:xfrm flipH="false" flipV="false" rot="0">
              <a:off x="0" y="0"/>
              <a:ext cx="3184023" cy="12336000"/>
            </a:xfrm>
            <a:custGeom>
              <a:avLst/>
              <a:gdLst/>
              <a:ahLst/>
              <a:cxnLst/>
              <a:rect r="r" b="b" t="t" l="l"/>
              <a:pathLst>
                <a:path h="12336000" w="3184023">
                  <a:moveTo>
                    <a:pt x="0" y="0"/>
                  </a:moveTo>
                  <a:lnTo>
                    <a:pt x="3184023" y="0"/>
                  </a:lnTo>
                  <a:lnTo>
                    <a:pt x="3184023" y="12336000"/>
                  </a:lnTo>
                  <a:lnTo>
                    <a:pt x="0" y="12336000"/>
                  </a:lnTo>
                  <a:close/>
                </a:path>
              </a:pathLst>
            </a:custGeom>
            <a:blipFill>
              <a:blip r:embed="rId5"/>
              <a:stretch>
                <a:fillRect l="0" t="-57" r="0" b="-57"/>
              </a:stretch>
            </a:blipFill>
          </p:spPr>
        </p:sp>
      </p:grpSp>
      <p:grpSp>
        <p:nvGrpSpPr>
          <p:cNvPr name="Group 12" id="12"/>
          <p:cNvGrpSpPr/>
          <p:nvPr/>
        </p:nvGrpSpPr>
        <p:grpSpPr>
          <a:xfrm rot="0">
            <a:off x="1353264" y="6370427"/>
            <a:ext cx="8108984" cy="5547147"/>
            <a:chOff x="0" y="0"/>
            <a:chExt cx="10811979" cy="7396196"/>
          </a:xfrm>
        </p:grpSpPr>
        <p:sp>
          <p:nvSpPr>
            <p:cNvPr name="Freeform 13" id="13"/>
            <p:cNvSpPr/>
            <p:nvPr/>
          </p:nvSpPr>
          <p:spPr>
            <a:xfrm flipH="false" flipV="false" rot="0">
              <a:off x="0" y="0"/>
              <a:ext cx="10811979" cy="7396196"/>
            </a:xfrm>
            <a:custGeom>
              <a:avLst/>
              <a:gdLst/>
              <a:ahLst/>
              <a:cxnLst/>
              <a:rect r="r" b="b" t="t" l="l"/>
              <a:pathLst>
                <a:path h="7396196" w="10811979">
                  <a:moveTo>
                    <a:pt x="0" y="0"/>
                  </a:moveTo>
                  <a:lnTo>
                    <a:pt x="10811979" y="0"/>
                  </a:lnTo>
                  <a:lnTo>
                    <a:pt x="10811979" y="7396196"/>
                  </a:lnTo>
                  <a:lnTo>
                    <a:pt x="0" y="7396196"/>
                  </a:lnTo>
                  <a:close/>
                </a:path>
              </a:pathLst>
            </a:custGeom>
            <a:blipFill>
              <a:blip r:embed="rId6"/>
              <a:stretch>
                <a:fillRect l="-14880" t="0" r="-14880" b="0"/>
              </a:stretch>
            </a:blipFill>
          </p:spPr>
        </p:sp>
      </p:grpSp>
      <p:sp>
        <p:nvSpPr>
          <p:cNvPr name="TextBox 14" id="14"/>
          <p:cNvSpPr txBox="true"/>
          <p:nvPr/>
        </p:nvSpPr>
        <p:spPr>
          <a:xfrm rot="0">
            <a:off x="1826800" y="7024688"/>
            <a:ext cx="7339922" cy="4162425"/>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DESAIN</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SISTEM</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FLOWCH</a:t>
            </a:r>
            <a:r>
              <a:rPr lang="en-US" b="true" sz="8999" strike="noStrike" u="none">
                <a:solidFill>
                  <a:srgbClr val="FFFFFF"/>
                </a:solidFill>
                <a:latin typeface="Poppins 2 Bold"/>
                <a:ea typeface="Poppins 2 Bold"/>
                <a:cs typeface="Poppins 2 Bold"/>
                <a:sym typeface="Poppins 2 Bold"/>
              </a:rPr>
              <a:t>ART</a:t>
            </a:r>
          </a:p>
        </p:txBody>
      </p:sp>
      <p:sp>
        <p:nvSpPr>
          <p:cNvPr name="TextBox 15" id="15"/>
          <p:cNvSpPr txBox="true"/>
          <p:nvPr/>
        </p:nvSpPr>
        <p:spPr>
          <a:xfrm rot="0">
            <a:off x="1260597"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22767188" y="12613500"/>
            <a:ext cx="2388018" cy="2698500"/>
            <a:chOff x="0" y="0"/>
            <a:chExt cx="3184023" cy="3598000"/>
          </a:xfrm>
        </p:grpSpPr>
        <p:sp>
          <p:nvSpPr>
            <p:cNvPr name="Freeform 5" id="5"/>
            <p:cNvSpPr/>
            <p:nvPr/>
          </p:nvSpPr>
          <p:spPr>
            <a:xfrm flipH="false" flipV="false" rot="0">
              <a:off x="0" y="0"/>
              <a:ext cx="3184023" cy="3598000"/>
            </a:xfrm>
            <a:custGeom>
              <a:avLst/>
              <a:gdLst/>
              <a:ahLst/>
              <a:cxnLst/>
              <a:rect r="r" b="b" t="t" l="l"/>
              <a:pathLst>
                <a:path h="3598000" w="3184023">
                  <a:moveTo>
                    <a:pt x="0" y="0"/>
                  </a:moveTo>
                  <a:lnTo>
                    <a:pt x="3184023" y="0"/>
                  </a:lnTo>
                  <a:lnTo>
                    <a:pt x="3184023" y="3598000"/>
                  </a:lnTo>
                  <a:lnTo>
                    <a:pt x="0" y="3598000"/>
                  </a:lnTo>
                  <a:close/>
                </a:path>
              </a:pathLst>
            </a:custGeom>
            <a:blipFill>
              <a:blip r:embed="rId3"/>
              <a:stretch>
                <a:fillRect l="0" t="-57" r="0" b="-57"/>
              </a:stretch>
            </a:blipFill>
          </p:spPr>
        </p:sp>
      </p:grpSp>
      <p:grpSp>
        <p:nvGrpSpPr>
          <p:cNvPr name="Group 6" id="6"/>
          <p:cNvGrpSpPr/>
          <p:nvPr/>
        </p:nvGrpSpPr>
        <p:grpSpPr>
          <a:xfrm rot="0">
            <a:off x="-341103" y="-108000"/>
            <a:ext cx="4365971" cy="5011500"/>
            <a:chOff x="0" y="0"/>
            <a:chExt cx="5821295" cy="6682000"/>
          </a:xfrm>
        </p:grpSpPr>
        <p:sp>
          <p:nvSpPr>
            <p:cNvPr name="Freeform 7" id="7"/>
            <p:cNvSpPr/>
            <p:nvPr/>
          </p:nvSpPr>
          <p:spPr>
            <a:xfrm flipH="false" flipV="false" rot="0">
              <a:off x="0" y="0"/>
              <a:ext cx="5821295" cy="6682000"/>
            </a:xfrm>
            <a:custGeom>
              <a:avLst/>
              <a:gdLst/>
              <a:ahLst/>
              <a:cxnLst/>
              <a:rect r="r" b="b" t="t" l="l"/>
              <a:pathLst>
                <a:path h="6682000" w="5821295">
                  <a:moveTo>
                    <a:pt x="0" y="0"/>
                  </a:moveTo>
                  <a:lnTo>
                    <a:pt x="5821295" y="0"/>
                  </a:lnTo>
                  <a:lnTo>
                    <a:pt x="5821295" y="6682000"/>
                  </a:lnTo>
                  <a:lnTo>
                    <a:pt x="0" y="6682000"/>
                  </a:lnTo>
                  <a:close/>
                </a:path>
              </a:pathLst>
            </a:custGeom>
            <a:blipFill>
              <a:blip r:embed="rId4"/>
              <a:stretch>
                <a:fillRect l="0" t="-57" r="0" b="-57"/>
              </a:stretch>
            </a:blipFill>
          </p:spPr>
        </p:sp>
      </p:grpSp>
      <p:grpSp>
        <p:nvGrpSpPr>
          <p:cNvPr name="Group 8" id="8"/>
          <p:cNvGrpSpPr/>
          <p:nvPr/>
        </p:nvGrpSpPr>
        <p:grpSpPr>
          <a:xfrm rot="0">
            <a:off x="44839" y="4903500"/>
            <a:ext cx="3980029" cy="2698500"/>
            <a:chOff x="0" y="0"/>
            <a:chExt cx="5306706" cy="3598000"/>
          </a:xfrm>
        </p:grpSpPr>
        <p:sp>
          <p:nvSpPr>
            <p:cNvPr name="Freeform 9" id="9"/>
            <p:cNvSpPr/>
            <p:nvPr/>
          </p:nvSpPr>
          <p:spPr>
            <a:xfrm flipH="false" flipV="false" rot="0">
              <a:off x="0" y="0"/>
              <a:ext cx="5306706" cy="3598000"/>
            </a:xfrm>
            <a:custGeom>
              <a:avLst/>
              <a:gdLst/>
              <a:ahLst/>
              <a:cxnLst/>
              <a:rect r="r" b="b" t="t" l="l"/>
              <a:pathLst>
                <a:path h="3598000" w="5306706">
                  <a:moveTo>
                    <a:pt x="0" y="0"/>
                  </a:moveTo>
                  <a:lnTo>
                    <a:pt x="5306706" y="0"/>
                  </a:lnTo>
                  <a:lnTo>
                    <a:pt x="5306706" y="3598000"/>
                  </a:lnTo>
                  <a:lnTo>
                    <a:pt x="0" y="3598000"/>
                  </a:lnTo>
                  <a:close/>
                </a:path>
              </a:pathLst>
            </a:custGeom>
            <a:blipFill>
              <a:blip r:embed="rId5"/>
              <a:stretch>
                <a:fillRect l="0" t="-57" r="0" b="-57"/>
              </a:stretch>
            </a:blipFill>
          </p:spPr>
        </p:sp>
      </p:grpSp>
      <p:grpSp>
        <p:nvGrpSpPr>
          <p:cNvPr name="Group 10" id="10"/>
          <p:cNvGrpSpPr/>
          <p:nvPr/>
        </p:nvGrpSpPr>
        <p:grpSpPr>
          <a:xfrm rot="0">
            <a:off x="-341103" y="10300500"/>
            <a:ext cx="1592012" cy="1542000"/>
            <a:chOff x="0" y="0"/>
            <a:chExt cx="2122682" cy="2056000"/>
          </a:xfrm>
        </p:grpSpPr>
        <p:sp>
          <p:nvSpPr>
            <p:cNvPr name="Freeform 11" id="11"/>
            <p:cNvSpPr/>
            <p:nvPr/>
          </p:nvSpPr>
          <p:spPr>
            <a:xfrm flipH="false" flipV="false" rot="0">
              <a:off x="0" y="0"/>
              <a:ext cx="2122682" cy="2056000"/>
            </a:xfrm>
            <a:custGeom>
              <a:avLst/>
              <a:gdLst/>
              <a:ahLst/>
              <a:cxnLst/>
              <a:rect r="r" b="b" t="t" l="l"/>
              <a:pathLst>
                <a:path h="2056000" w="2122682">
                  <a:moveTo>
                    <a:pt x="0" y="0"/>
                  </a:moveTo>
                  <a:lnTo>
                    <a:pt x="2122682" y="0"/>
                  </a:lnTo>
                  <a:lnTo>
                    <a:pt x="2122682" y="2056000"/>
                  </a:lnTo>
                  <a:lnTo>
                    <a:pt x="0" y="2056000"/>
                  </a:lnTo>
                  <a:close/>
                </a:path>
              </a:pathLst>
            </a:custGeom>
            <a:blipFill>
              <a:blip r:embed="rId6"/>
              <a:stretch>
                <a:fillRect l="0" t="-57" r="0" b="-57"/>
              </a:stretch>
            </a:blipFill>
          </p:spPr>
        </p:sp>
      </p:grpSp>
      <p:grpSp>
        <p:nvGrpSpPr>
          <p:cNvPr name="Group 12" id="12"/>
          <p:cNvGrpSpPr/>
          <p:nvPr/>
        </p:nvGrpSpPr>
        <p:grpSpPr>
          <a:xfrm rot="0">
            <a:off x="44839" y="12613500"/>
            <a:ext cx="2388018" cy="2313000"/>
            <a:chOff x="0" y="0"/>
            <a:chExt cx="3184023" cy="3084000"/>
          </a:xfrm>
        </p:grpSpPr>
        <p:sp>
          <p:nvSpPr>
            <p:cNvPr name="Freeform 13" id="13"/>
            <p:cNvSpPr/>
            <p:nvPr/>
          </p:nvSpPr>
          <p:spPr>
            <a:xfrm flipH="false" flipV="false" rot="0">
              <a:off x="0" y="0"/>
              <a:ext cx="3184023" cy="3084000"/>
            </a:xfrm>
            <a:custGeom>
              <a:avLst/>
              <a:gdLst/>
              <a:ahLst/>
              <a:cxnLst/>
              <a:rect r="r" b="b" t="t" l="l"/>
              <a:pathLst>
                <a:path h="3084000" w="3184023">
                  <a:moveTo>
                    <a:pt x="0" y="0"/>
                  </a:moveTo>
                  <a:lnTo>
                    <a:pt x="3184023" y="0"/>
                  </a:lnTo>
                  <a:lnTo>
                    <a:pt x="3184023" y="3084000"/>
                  </a:lnTo>
                  <a:lnTo>
                    <a:pt x="0" y="3084000"/>
                  </a:lnTo>
                  <a:close/>
                </a:path>
              </a:pathLst>
            </a:custGeom>
            <a:blipFill>
              <a:blip r:embed="rId7"/>
              <a:stretch>
                <a:fillRect l="0" t="-57" r="0" b="-57"/>
              </a:stretch>
            </a:blipFill>
          </p:spPr>
        </p:sp>
      </p:grpSp>
      <p:grpSp>
        <p:nvGrpSpPr>
          <p:cNvPr name="Group 14" id="14"/>
          <p:cNvGrpSpPr/>
          <p:nvPr/>
        </p:nvGrpSpPr>
        <p:grpSpPr>
          <a:xfrm rot="0">
            <a:off x="7160649" y="4903500"/>
            <a:ext cx="2773960" cy="3084000"/>
            <a:chOff x="0" y="0"/>
            <a:chExt cx="3698613" cy="4112000"/>
          </a:xfrm>
        </p:grpSpPr>
        <p:sp>
          <p:nvSpPr>
            <p:cNvPr name="Freeform 15" id="15"/>
            <p:cNvSpPr/>
            <p:nvPr/>
          </p:nvSpPr>
          <p:spPr>
            <a:xfrm flipH="false" flipV="false" rot="0">
              <a:off x="0" y="0"/>
              <a:ext cx="3698613" cy="4112000"/>
            </a:xfrm>
            <a:custGeom>
              <a:avLst/>
              <a:gdLst/>
              <a:ahLst/>
              <a:cxnLst/>
              <a:rect r="r" b="b" t="t" l="l"/>
              <a:pathLst>
                <a:path h="4112000" w="3698613">
                  <a:moveTo>
                    <a:pt x="0" y="0"/>
                  </a:moveTo>
                  <a:lnTo>
                    <a:pt x="3698613" y="0"/>
                  </a:lnTo>
                  <a:lnTo>
                    <a:pt x="3698613" y="4112000"/>
                  </a:lnTo>
                  <a:lnTo>
                    <a:pt x="0" y="4112000"/>
                  </a:lnTo>
                  <a:close/>
                </a:path>
              </a:pathLst>
            </a:custGeom>
            <a:blipFill>
              <a:blip r:embed="rId8"/>
              <a:stretch>
                <a:fillRect l="0" t="-57" r="0" b="-57"/>
              </a:stretch>
            </a:blipFill>
          </p:spPr>
        </p:sp>
      </p:grpSp>
      <p:grpSp>
        <p:nvGrpSpPr>
          <p:cNvPr name="Group 16" id="16"/>
          <p:cNvGrpSpPr/>
          <p:nvPr/>
        </p:nvGrpSpPr>
        <p:grpSpPr>
          <a:xfrm rot="0">
            <a:off x="9138603" y="14926500"/>
            <a:ext cx="4365971" cy="3469500"/>
            <a:chOff x="0" y="0"/>
            <a:chExt cx="5821295" cy="4626000"/>
          </a:xfrm>
        </p:grpSpPr>
        <p:sp>
          <p:nvSpPr>
            <p:cNvPr name="Freeform 17" id="17"/>
            <p:cNvSpPr/>
            <p:nvPr/>
          </p:nvSpPr>
          <p:spPr>
            <a:xfrm flipH="false" flipV="false" rot="0">
              <a:off x="0" y="0"/>
              <a:ext cx="5821295" cy="4626000"/>
            </a:xfrm>
            <a:custGeom>
              <a:avLst/>
              <a:gdLst/>
              <a:ahLst/>
              <a:cxnLst/>
              <a:rect r="r" b="b" t="t" l="l"/>
              <a:pathLst>
                <a:path h="4626000" w="5821295">
                  <a:moveTo>
                    <a:pt x="0" y="0"/>
                  </a:moveTo>
                  <a:lnTo>
                    <a:pt x="5821295" y="0"/>
                  </a:lnTo>
                  <a:lnTo>
                    <a:pt x="5821295" y="4626000"/>
                  </a:lnTo>
                  <a:lnTo>
                    <a:pt x="0" y="4626000"/>
                  </a:lnTo>
                  <a:close/>
                </a:path>
              </a:pathLst>
            </a:custGeom>
            <a:blipFill>
              <a:blip r:embed="rId9"/>
              <a:stretch>
                <a:fillRect l="0" t="-57" r="0" b="-57"/>
              </a:stretch>
            </a:blipFill>
          </p:spPr>
        </p:sp>
      </p:grpSp>
      <p:grpSp>
        <p:nvGrpSpPr>
          <p:cNvPr name="Group 18" id="18"/>
          <p:cNvGrpSpPr/>
          <p:nvPr/>
        </p:nvGrpSpPr>
        <p:grpSpPr>
          <a:xfrm rot="0">
            <a:off x="840845" y="6060000"/>
            <a:ext cx="7911816" cy="8481000"/>
            <a:chOff x="0" y="0"/>
            <a:chExt cx="10549087" cy="11308000"/>
          </a:xfrm>
        </p:grpSpPr>
        <p:sp>
          <p:nvSpPr>
            <p:cNvPr name="Freeform 19" id="19"/>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0"/>
              <a:stretch>
                <a:fillRect l="0" t="-57" r="0" b="-57"/>
              </a:stretch>
            </a:blipFill>
          </p:spPr>
        </p:sp>
      </p:grpSp>
      <p:sp>
        <p:nvSpPr>
          <p:cNvPr name="Freeform 20" id="20"/>
          <p:cNvSpPr/>
          <p:nvPr/>
        </p:nvSpPr>
        <p:spPr>
          <a:xfrm flipH="false" flipV="false" rot="0">
            <a:off x="3962400" y="7219950"/>
            <a:ext cx="1209675" cy="1543050"/>
          </a:xfrm>
          <a:custGeom>
            <a:avLst/>
            <a:gdLst/>
            <a:ahLst/>
            <a:cxnLst/>
            <a:rect r="r" b="b" t="t" l="l"/>
            <a:pathLst>
              <a:path h="1543050" w="1209675">
                <a:moveTo>
                  <a:pt x="0" y="0"/>
                </a:moveTo>
                <a:lnTo>
                  <a:pt x="1209675" y="0"/>
                </a:lnTo>
                <a:lnTo>
                  <a:pt x="1209675" y="1543050"/>
                </a:lnTo>
                <a:lnTo>
                  <a:pt x="0" y="1543050"/>
                </a:lnTo>
                <a:lnTo>
                  <a:pt x="0" y="0"/>
                </a:lnTo>
                <a:close/>
              </a:path>
            </a:pathLst>
          </a:custGeom>
          <a:blipFill>
            <a:blip r:embed="rId11"/>
            <a:stretch>
              <a:fillRect l="0" t="0" r="0" b="0"/>
            </a:stretch>
          </a:blipFill>
        </p:spPr>
      </p:sp>
      <p:sp>
        <p:nvSpPr>
          <p:cNvPr name="TextBox 21" id="21"/>
          <p:cNvSpPr txBox="true"/>
          <p:nvPr/>
        </p:nvSpPr>
        <p:spPr>
          <a:xfrm rot="0">
            <a:off x="1752595" y="10382250"/>
            <a:ext cx="6088315" cy="2286000"/>
          </a:xfrm>
          <a:prstGeom prst="rect">
            <a:avLst/>
          </a:prstGeom>
        </p:spPr>
        <p:txBody>
          <a:bodyPr anchor="t" rtlCol="false" tIns="0" lIns="0" bIns="0" rIns="0">
            <a:spAutoFit/>
          </a:bodyPr>
          <a:lstStyle/>
          <a:p>
            <a:pPr algn="just" marL="0" indent="0" lvl="0">
              <a:lnSpc>
                <a:spcPts val="4500"/>
              </a:lnSpc>
              <a:spcBef>
                <a:spcPct val="0"/>
              </a:spcBef>
            </a:pPr>
            <a:r>
              <a:rPr lang="en-US" sz="3000" strike="noStrike" u="none">
                <a:solidFill>
                  <a:srgbClr val="FFFFFF"/>
                </a:solidFill>
                <a:latin typeface="Poppins 2"/>
                <a:ea typeface="Poppins 2"/>
                <a:cs typeface="Poppins 2"/>
                <a:sym typeface="Poppins 2"/>
              </a:rPr>
              <a:t>Menampilkan daftar seluruh gedung induk, pembagian lantai, dan rincian sub-ruangan secara terstruktur.</a:t>
            </a:r>
          </a:p>
        </p:txBody>
      </p:sp>
      <p:grpSp>
        <p:nvGrpSpPr>
          <p:cNvPr name="Group 22" id="22"/>
          <p:cNvGrpSpPr/>
          <p:nvPr/>
        </p:nvGrpSpPr>
        <p:grpSpPr>
          <a:xfrm rot="0">
            <a:off x="7160649" y="12613500"/>
            <a:ext cx="2388018" cy="2698500"/>
            <a:chOff x="0" y="0"/>
            <a:chExt cx="3184023" cy="3598000"/>
          </a:xfrm>
        </p:grpSpPr>
        <p:sp>
          <p:nvSpPr>
            <p:cNvPr name="Freeform 23" id="23"/>
            <p:cNvSpPr/>
            <p:nvPr/>
          </p:nvSpPr>
          <p:spPr>
            <a:xfrm flipH="false" flipV="false" rot="0">
              <a:off x="0" y="0"/>
              <a:ext cx="3184023" cy="3598000"/>
            </a:xfrm>
            <a:custGeom>
              <a:avLst/>
              <a:gdLst/>
              <a:ahLst/>
              <a:cxnLst/>
              <a:rect r="r" b="b" t="t" l="l"/>
              <a:pathLst>
                <a:path h="3598000" w="3184023">
                  <a:moveTo>
                    <a:pt x="0" y="0"/>
                  </a:moveTo>
                  <a:lnTo>
                    <a:pt x="3184023" y="0"/>
                  </a:lnTo>
                  <a:lnTo>
                    <a:pt x="3184023" y="3598000"/>
                  </a:lnTo>
                  <a:lnTo>
                    <a:pt x="0" y="3598000"/>
                  </a:lnTo>
                  <a:close/>
                </a:path>
              </a:pathLst>
            </a:custGeom>
            <a:blipFill>
              <a:blip r:embed="rId3"/>
              <a:stretch>
                <a:fillRect l="0" t="-57" r="0" b="-57"/>
              </a:stretch>
            </a:blipFill>
          </p:spPr>
        </p:sp>
      </p:grpSp>
      <p:grpSp>
        <p:nvGrpSpPr>
          <p:cNvPr name="Group 24" id="24"/>
          <p:cNvGrpSpPr/>
          <p:nvPr/>
        </p:nvGrpSpPr>
        <p:grpSpPr>
          <a:xfrm rot="0">
            <a:off x="8342597" y="6060000"/>
            <a:ext cx="7911816" cy="8481000"/>
            <a:chOff x="0" y="0"/>
            <a:chExt cx="10549087" cy="11308000"/>
          </a:xfrm>
        </p:grpSpPr>
        <p:sp>
          <p:nvSpPr>
            <p:cNvPr name="Freeform 25" id="25"/>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2"/>
              <a:stretch>
                <a:fillRect l="0" t="-57" r="0" b="-57"/>
              </a:stretch>
            </a:blipFill>
          </p:spPr>
        </p:sp>
      </p:grpSp>
      <p:grpSp>
        <p:nvGrpSpPr>
          <p:cNvPr name="Group 26" id="26"/>
          <p:cNvGrpSpPr/>
          <p:nvPr/>
        </p:nvGrpSpPr>
        <p:grpSpPr>
          <a:xfrm rot="0">
            <a:off x="11502499" y="7216500"/>
            <a:ext cx="1592012" cy="1542000"/>
            <a:chOff x="0" y="0"/>
            <a:chExt cx="2122682" cy="2056000"/>
          </a:xfrm>
        </p:grpSpPr>
        <p:sp>
          <p:nvSpPr>
            <p:cNvPr name="Freeform 27" id="27"/>
            <p:cNvSpPr/>
            <p:nvPr/>
          </p:nvSpPr>
          <p:spPr>
            <a:xfrm flipH="false" flipV="false" rot="0">
              <a:off x="0" y="0"/>
              <a:ext cx="2122682" cy="2056000"/>
            </a:xfrm>
            <a:custGeom>
              <a:avLst/>
              <a:gdLst/>
              <a:ahLst/>
              <a:cxnLst/>
              <a:rect r="r" b="b" t="t" l="l"/>
              <a:pathLst>
                <a:path h="2056000" w="2122682">
                  <a:moveTo>
                    <a:pt x="0" y="0"/>
                  </a:moveTo>
                  <a:lnTo>
                    <a:pt x="2122682" y="0"/>
                  </a:lnTo>
                  <a:lnTo>
                    <a:pt x="2122682" y="2056000"/>
                  </a:lnTo>
                  <a:lnTo>
                    <a:pt x="0" y="2056000"/>
                  </a:lnTo>
                  <a:close/>
                </a:path>
              </a:pathLst>
            </a:custGeom>
            <a:blipFill>
              <a:blip r:embed="rId13"/>
              <a:stretch>
                <a:fillRect l="-222" t="0" r="-222" b="0"/>
              </a:stretch>
            </a:blipFill>
          </p:spPr>
        </p:sp>
      </p:grpSp>
      <p:sp>
        <p:nvSpPr>
          <p:cNvPr name="TextBox 28" id="28"/>
          <p:cNvSpPr txBox="true"/>
          <p:nvPr/>
        </p:nvSpPr>
        <p:spPr>
          <a:xfrm rot="0">
            <a:off x="9788667" y="9267825"/>
            <a:ext cx="5019675" cy="647700"/>
          </a:xfrm>
          <a:prstGeom prst="rect">
            <a:avLst/>
          </a:prstGeom>
        </p:spPr>
        <p:txBody>
          <a:bodyPr anchor="t" rtlCol="false" tIns="0" lIns="0" bIns="0" rIns="0">
            <a:spAutoFit/>
          </a:bodyPr>
          <a:lstStyle/>
          <a:p>
            <a:pPr algn="ctr" marL="0" indent="0" lvl="0">
              <a:lnSpc>
                <a:spcPts val="4500"/>
              </a:lnSpc>
              <a:spcBef>
                <a:spcPct val="0"/>
              </a:spcBef>
            </a:pPr>
            <a:r>
              <a:rPr lang="en-US" b="true" sz="4500" strike="noStrike" u="none">
                <a:solidFill>
                  <a:srgbClr val="FFFFFF"/>
                </a:solidFill>
                <a:latin typeface="Poppins 2 Bold"/>
                <a:ea typeface="Poppins 2 Bold"/>
                <a:cs typeface="Poppins 2 Bold"/>
                <a:sym typeface="Poppins 2 Bold"/>
              </a:rPr>
              <a:t>2. Navigasi Rute</a:t>
            </a:r>
          </a:p>
        </p:txBody>
      </p:sp>
      <p:sp>
        <p:nvSpPr>
          <p:cNvPr name="TextBox 29" id="29"/>
          <p:cNvSpPr txBox="true"/>
          <p:nvPr/>
        </p:nvSpPr>
        <p:spPr>
          <a:xfrm rot="0">
            <a:off x="9308520" y="10382250"/>
            <a:ext cx="5979970" cy="2286000"/>
          </a:xfrm>
          <a:prstGeom prst="rect">
            <a:avLst/>
          </a:prstGeom>
        </p:spPr>
        <p:txBody>
          <a:bodyPr anchor="t" rtlCol="false" tIns="0" lIns="0" bIns="0" rIns="0">
            <a:spAutoFit/>
          </a:bodyPr>
          <a:lstStyle/>
          <a:p>
            <a:pPr algn="just" marL="0" indent="0" lvl="0">
              <a:lnSpc>
                <a:spcPts val="4500"/>
              </a:lnSpc>
              <a:spcBef>
                <a:spcPct val="0"/>
              </a:spcBef>
            </a:pPr>
            <a:r>
              <a:rPr lang="en-US" sz="3000" strike="noStrike" u="none">
                <a:solidFill>
                  <a:srgbClr val="FFFFFF"/>
                </a:solidFill>
                <a:latin typeface="Poppins 2"/>
                <a:ea typeface="Poppins 2"/>
                <a:cs typeface="Poppins 2"/>
                <a:sym typeface="Poppins 2"/>
              </a:rPr>
              <a:t>Mengakusir rute lintasan terpendek dan mengestimasi bobot jarak (meter) dari posisi user ke tujuan.</a:t>
            </a:r>
          </a:p>
        </p:txBody>
      </p:sp>
      <p:grpSp>
        <p:nvGrpSpPr>
          <p:cNvPr name="Group 30" id="30"/>
          <p:cNvGrpSpPr/>
          <p:nvPr/>
        </p:nvGrpSpPr>
        <p:grpSpPr>
          <a:xfrm rot="0">
            <a:off x="16254412" y="6060000"/>
            <a:ext cx="7911816" cy="8481000"/>
            <a:chOff x="0" y="0"/>
            <a:chExt cx="10549087" cy="11308000"/>
          </a:xfrm>
        </p:grpSpPr>
        <p:sp>
          <p:nvSpPr>
            <p:cNvPr name="Freeform 31" id="31"/>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4"/>
              <a:stretch>
                <a:fillRect l="0" t="-57" r="0" b="-57"/>
              </a:stretch>
            </a:blipFill>
          </p:spPr>
        </p:sp>
      </p:grpSp>
      <p:grpSp>
        <p:nvGrpSpPr>
          <p:cNvPr name="Group 32" id="32"/>
          <p:cNvGrpSpPr/>
          <p:nvPr/>
        </p:nvGrpSpPr>
        <p:grpSpPr>
          <a:xfrm rot="0">
            <a:off x="19414314" y="7216500"/>
            <a:ext cx="1592012" cy="1542000"/>
            <a:chOff x="0" y="0"/>
            <a:chExt cx="2122682" cy="2056000"/>
          </a:xfrm>
        </p:grpSpPr>
        <p:sp>
          <p:nvSpPr>
            <p:cNvPr name="Freeform 33" id="33"/>
            <p:cNvSpPr/>
            <p:nvPr/>
          </p:nvSpPr>
          <p:spPr>
            <a:xfrm flipH="false" flipV="false" rot="0">
              <a:off x="0" y="0"/>
              <a:ext cx="2122682" cy="2056000"/>
            </a:xfrm>
            <a:custGeom>
              <a:avLst/>
              <a:gdLst/>
              <a:ahLst/>
              <a:cxnLst/>
              <a:rect r="r" b="b" t="t" l="l"/>
              <a:pathLst>
                <a:path h="2056000" w="2122682">
                  <a:moveTo>
                    <a:pt x="0" y="0"/>
                  </a:moveTo>
                  <a:lnTo>
                    <a:pt x="2122682" y="0"/>
                  </a:lnTo>
                  <a:lnTo>
                    <a:pt x="2122682" y="2056000"/>
                  </a:lnTo>
                  <a:lnTo>
                    <a:pt x="0" y="2056000"/>
                  </a:lnTo>
                  <a:close/>
                </a:path>
              </a:pathLst>
            </a:custGeom>
            <a:blipFill>
              <a:blip r:embed="rId15"/>
              <a:stretch>
                <a:fillRect l="-222" t="0" r="-222" b="0"/>
              </a:stretch>
            </a:blipFill>
          </p:spPr>
        </p:sp>
      </p:grpSp>
      <p:sp>
        <p:nvSpPr>
          <p:cNvPr name="TextBox 34" id="34"/>
          <p:cNvSpPr txBox="true"/>
          <p:nvPr/>
        </p:nvSpPr>
        <p:spPr>
          <a:xfrm rot="0">
            <a:off x="17752463" y="9267825"/>
            <a:ext cx="4915715" cy="647700"/>
          </a:xfrm>
          <a:prstGeom prst="rect">
            <a:avLst/>
          </a:prstGeom>
        </p:spPr>
        <p:txBody>
          <a:bodyPr anchor="t" rtlCol="false" tIns="0" lIns="0" bIns="0" rIns="0">
            <a:spAutoFit/>
          </a:bodyPr>
          <a:lstStyle/>
          <a:p>
            <a:pPr algn="ctr" marL="0" indent="0" lvl="0">
              <a:lnSpc>
                <a:spcPts val="4500"/>
              </a:lnSpc>
              <a:spcBef>
                <a:spcPct val="0"/>
              </a:spcBef>
            </a:pPr>
            <a:r>
              <a:rPr lang="en-US" b="true" sz="4500" strike="noStrike" u="none">
                <a:solidFill>
                  <a:srgbClr val="FFFFFF"/>
                </a:solidFill>
                <a:latin typeface="Poppins 2 Bold"/>
                <a:ea typeface="Poppins 2 Bold"/>
                <a:cs typeface="Poppins 2 Bold"/>
                <a:sym typeface="Poppins 2 Bold"/>
              </a:rPr>
              <a:t>3. Mesin Pencari</a:t>
            </a:r>
          </a:p>
        </p:txBody>
      </p:sp>
      <p:sp>
        <p:nvSpPr>
          <p:cNvPr name="TextBox 35" id="35"/>
          <p:cNvSpPr txBox="true"/>
          <p:nvPr/>
        </p:nvSpPr>
        <p:spPr>
          <a:xfrm rot="0">
            <a:off x="17112642" y="10410825"/>
            <a:ext cx="6195357" cy="2143125"/>
          </a:xfrm>
          <a:prstGeom prst="rect">
            <a:avLst/>
          </a:prstGeom>
        </p:spPr>
        <p:txBody>
          <a:bodyPr anchor="t" rtlCol="false" tIns="0" lIns="0" bIns="0" rIns="0">
            <a:spAutoFit/>
          </a:bodyPr>
          <a:lstStyle/>
          <a:p>
            <a:pPr algn="just" marL="0" indent="0" lvl="0">
              <a:lnSpc>
                <a:spcPts val="4200"/>
              </a:lnSpc>
              <a:spcBef>
                <a:spcPct val="0"/>
              </a:spcBef>
            </a:pPr>
            <a:r>
              <a:rPr lang="en-US" sz="3000" strike="noStrike" u="none">
                <a:solidFill>
                  <a:srgbClr val="FFFFFF"/>
                </a:solidFill>
                <a:latin typeface="Poppins 2"/>
                <a:ea typeface="Poppins 2"/>
                <a:cs typeface="Poppins 2"/>
                <a:sym typeface="Poppins 2"/>
              </a:rPr>
              <a:t>Melacak lokasi sub-ruangan spesifik secara case-insensitive dan mengembalikan data info gedung induknya.</a:t>
            </a:r>
          </a:p>
        </p:txBody>
      </p:sp>
      <p:grpSp>
        <p:nvGrpSpPr>
          <p:cNvPr name="Group 36" id="36"/>
          <p:cNvGrpSpPr/>
          <p:nvPr/>
        </p:nvGrpSpPr>
        <p:grpSpPr>
          <a:xfrm rot="0">
            <a:off x="23756165" y="6060000"/>
            <a:ext cx="7911816" cy="8481000"/>
            <a:chOff x="0" y="0"/>
            <a:chExt cx="10549087" cy="11308000"/>
          </a:xfrm>
        </p:grpSpPr>
        <p:sp>
          <p:nvSpPr>
            <p:cNvPr name="Freeform 37" id="37"/>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6"/>
              <a:stretch>
                <a:fillRect l="0" t="-57" r="0" b="-57"/>
              </a:stretch>
            </a:blipFill>
          </p:spPr>
        </p:sp>
      </p:grpSp>
      <p:grpSp>
        <p:nvGrpSpPr>
          <p:cNvPr name="Group 38" id="38"/>
          <p:cNvGrpSpPr/>
          <p:nvPr/>
        </p:nvGrpSpPr>
        <p:grpSpPr>
          <a:xfrm rot="0">
            <a:off x="27302009" y="7216500"/>
            <a:ext cx="1206069" cy="1542000"/>
            <a:chOff x="0" y="0"/>
            <a:chExt cx="1608093" cy="2056000"/>
          </a:xfrm>
        </p:grpSpPr>
        <p:sp>
          <p:nvSpPr>
            <p:cNvPr name="Freeform 39" id="39"/>
            <p:cNvSpPr/>
            <p:nvPr/>
          </p:nvSpPr>
          <p:spPr>
            <a:xfrm flipH="false" flipV="false" rot="0">
              <a:off x="0" y="0"/>
              <a:ext cx="1608093" cy="2056000"/>
            </a:xfrm>
            <a:custGeom>
              <a:avLst/>
              <a:gdLst/>
              <a:ahLst/>
              <a:cxnLst/>
              <a:rect r="r" b="b" t="t" l="l"/>
              <a:pathLst>
                <a:path h="2056000" w="1608093">
                  <a:moveTo>
                    <a:pt x="0" y="0"/>
                  </a:moveTo>
                  <a:lnTo>
                    <a:pt x="1608093" y="0"/>
                  </a:lnTo>
                  <a:lnTo>
                    <a:pt x="1608093" y="2056000"/>
                  </a:lnTo>
                  <a:lnTo>
                    <a:pt x="0" y="2056000"/>
                  </a:lnTo>
                  <a:close/>
                </a:path>
              </a:pathLst>
            </a:custGeom>
            <a:blipFill>
              <a:blip r:embed="rId17"/>
              <a:stretch>
                <a:fillRect l="-115" t="0" r="-115" b="0"/>
              </a:stretch>
            </a:blipFill>
          </p:spPr>
        </p:sp>
      </p:grpSp>
      <p:sp>
        <p:nvSpPr>
          <p:cNvPr name="TextBox 40" id="40"/>
          <p:cNvSpPr txBox="true"/>
          <p:nvPr/>
        </p:nvSpPr>
        <p:spPr>
          <a:xfrm rot="0">
            <a:off x="25066593" y="9267825"/>
            <a:ext cx="5676900" cy="647700"/>
          </a:xfrm>
          <a:prstGeom prst="rect">
            <a:avLst/>
          </a:prstGeom>
        </p:spPr>
        <p:txBody>
          <a:bodyPr anchor="t" rtlCol="false" tIns="0" lIns="0" bIns="0" rIns="0">
            <a:spAutoFit/>
          </a:bodyPr>
          <a:lstStyle/>
          <a:p>
            <a:pPr algn="ctr" marL="0" indent="0" lvl="0">
              <a:lnSpc>
                <a:spcPts val="4500"/>
              </a:lnSpc>
              <a:spcBef>
                <a:spcPct val="0"/>
              </a:spcBef>
            </a:pPr>
            <a:r>
              <a:rPr lang="en-US" b="true" sz="4500" strike="noStrike" u="none">
                <a:solidFill>
                  <a:srgbClr val="FFFFFF"/>
                </a:solidFill>
                <a:latin typeface="Poppins 2 Bold"/>
                <a:ea typeface="Poppins 2 Bold"/>
                <a:cs typeface="Poppins 2 Bold"/>
                <a:sym typeface="Poppins 2 Bold"/>
              </a:rPr>
              <a:t>4. Layanan Cerdas</a:t>
            </a:r>
          </a:p>
        </p:txBody>
      </p:sp>
      <p:sp>
        <p:nvSpPr>
          <p:cNvPr name="TextBox 41" id="41"/>
          <p:cNvSpPr txBox="true"/>
          <p:nvPr/>
        </p:nvSpPr>
        <p:spPr>
          <a:xfrm rot="0">
            <a:off x="25039622" y="10382250"/>
            <a:ext cx="5730843" cy="2286000"/>
          </a:xfrm>
          <a:prstGeom prst="rect">
            <a:avLst/>
          </a:prstGeom>
        </p:spPr>
        <p:txBody>
          <a:bodyPr anchor="t" rtlCol="false" tIns="0" lIns="0" bIns="0" rIns="0">
            <a:spAutoFit/>
          </a:bodyPr>
          <a:lstStyle/>
          <a:p>
            <a:pPr algn="just" marL="0" indent="0" lvl="0">
              <a:lnSpc>
                <a:spcPts val="4500"/>
              </a:lnSpc>
              <a:spcBef>
                <a:spcPct val="0"/>
              </a:spcBef>
            </a:pPr>
            <a:r>
              <a:rPr lang="en-US" sz="3000" strike="noStrike" u="none">
                <a:solidFill>
                  <a:srgbClr val="FFFFFF"/>
                </a:solidFill>
                <a:latin typeface="Poppins 2"/>
                <a:ea typeface="Poppins 2"/>
                <a:cs typeface="Poppins 2"/>
                <a:sym typeface="Poppins 2"/>
              </a:rPr>
              <a:t>Mengatur antrean loket (FIFO) dilengkapi parser teks cerdas untuk rekomendasi ruangan tujuan otomatis.</a:t>
            </a:r>
          </a:p>
        </p:txBody>
      </p:sp>
      <p:grpSp>
        <p:nvGrpSpPr>
          <p:cNvPr name="Group 42" id="42"/>
          <p:cNvGrpSpPr/>
          <p:nvPr/>
        </p:nvGrpSpPr>
        <p:grpSpPr>
          <a:xfrm rot="0">
            <a:off x="29665905" y="12613500"/>
            <a:ext cx="2798081" cy="2698500"/>
            <a:chOff x="0" y="0"/>
            <a:chExt cx="3730775" cy="3598000"/>
          </a:xfrm>
        </p:grpSpPr>
        <p:sp>
          <p:nvSpPr>
            <p:cNvPr name="Freeform 43" id="43"/>
            <p:cNvSpPr/>
            <p:nvPr/>
          </p:nvSpPr>
          <p:spPr>
            <a:xfrm flipH="false" flipV="false" rot="0">
              <a:off x="0" y="0"/>
              <a:ext cx="3730775" cy="3598000"/>
            </a:xfrm>
            <a:custGeom>
              <a:avLst/>
              <a:gdLst/>
              <a:ahLst/>
              <a:cxnLst/>
              <a:rect r="r" b="b" t="t" l="l"/>
              <a:pathLst>
                <a:path h="3598000" w="3730775">
                  <a:moveTo>
                    <a:pt x="0" y="0"/>
                  </a:moveTo>
                  <a:lnTo>
                    <a:pt x="3730775" y="0"/>
                  </a:lnTo>
                  <a:lnTo>
                    <a:pt x="3730775" y="3598000"/>
                  </a:lnTo>
                  <a:lnTo>
                    <a:pt x="0" y="3598000"/>
                  </a:lnTo>
                  <a:close/>
                </a:path>
              </a:pathLst>
            </a:custGeom>
            <a:blipFill>
              <a:blip r:embed="rId18"/>
              <a:stretch>
                <a:fillRect l="0" t="-57" r="0" b="-57"/>
              </a:stretch>
            </a:blipFill>
          </p:spPr>
        </p:sp>
      </p:grpSp>
      <p:grpSp>
        <p:nvGrpSpPr>
          <p:cNvPr name="Group 44" id="44"/>
          <p:cNvGrpSpPr/>
          <p:nvPr/>
        </p:nvGrpSpPr>
        <p:grpSpPr>
          <a:xfrm rot="0">
            <a:off x="25734118" y="663000"/>
            <a:ext cx="6343925" cy="5397000"/>
            <a:chOff x="0" y="0"/>
            <a:chExt cx="8458567" cy="7196000"/>
          </a:xfrm>
        </p:grpSpPr>
        <p:sp>
          <p:nvSpPr>
            <p:cNvPr name="Freeform 45" id="45"/>
            <p:cNvSpPr/>
            <p:nvPr/>
          </p:nvSpPr>
          <p:spPr>
            <a:xfrm flipH="false" flipV="false" rot="0">
              <a:off x="0" y="0"/>
              <a:ext cx="8458567" cy="7196000"/>
            </a:xfrm>
            <a:custGeom>
              <a:avLst/>
              <a:gdLst/>
              <a:ahLst/>
              <a:cxnLst/>
              <a:rect r="r" b="b" t="t" l="l"/>
              <a:pathLst>
                <a:path h="7196000" w="8458567">
                  <a:moveTo>
                    <a:pt x="0" y="0"/>
                  </a:moveTo>
                  <a:lnTo>
                    <a:pt x="8458567" y="0"/>
                  </a:lnTo>
                  <a:lnTo>
                    <a:pt x="8458567" y="7196000"/>
                  </a:lnTo>
                  <a:lnTo>
                    <a:pt x="0" y="7196000"/>
                  </a:lnTo>
                  <a:close/>
                </a:path>
              </a:pathLst>
            </a:custGeom>
            <a:blipFill>
              <a:blip r:embed="rId19"/>
              <a:stretch>
                <a:fillRect l="0" t="-57" r="0" b="-57"/>
              </a:stretch>
            </a:blipFill>
          </p:spPr>
        </p:sp>
      </p:grpSp>
      <p:grpSp>
        <p:nvGrpSpPr>
          <p:cNvPr name="Group 46" id="46"/>
          <p:cNvGrpSpPr/>
          <p:nvPr/>
        </p:nvGrpSpPr>
        <p:grpSpPr>
          <a:xfrm rot="0">
            <a:off x="27302009" y="2590500"/>
            <a:ext cx="2388018" cy="1927500"/>
            <a:chOff x="0" y="0"/>
            <a:chExt cx="3184023" cy="2570000"/>
          </a:xfrm>
        </p:grpSpPr>
        <p:sp>
          <p:nvSpPr>
            <p:cNvPr name="Freeform 47" id="47"/>
            <p:cNvSpPr/>
            <p:nvPr/>
          </p:nvSpPr>
          <p:spPr>
            <a:xfrm flipH="false" flipV="false" rot="0">
              <a:off x="0" y="0"/>
              <a:ext cx="3184023" cy="2570000"/>
            </a:xfrm>
            <a:custGeom>
              <a:avLst/>
              <a:gdLst/>
              <a:ahLst/>
              <a:cxnLst/>
              <a:rect r="r" b="b" t="t" l="l"/>
              <a:pathLst>
                <a:path h="2570000" w="3184023">
                  <a:moveTo>
                    <a:pt x="0" y="0"/>
                  </a:moveTo>
                  <a:lnTo>
                    <a:pt x="3184023" y="0"/>
                  </a:lnTo>
                  <a:lnTo>
                    <a:pt x="3184023" y="2570000"/>
                  </a:lnTo>
                  <a:lnTo>
                    <a:pt x="0" y="2570000"/>
                  </a:lnTo>
                  <a:close/>
                </a:path>
              </a:pathLst>
            </a:custGeom>
            <a:blipFill>
              <a:blip r:embed="rId20"/>
              <a:stretch>
                <a:fillRect l="0" t="-57" r="0" b="-57"/>
              </a:stretch>
            </a:blipFill>
          </p:spPr>
        </p:sp>
      </p:grpSp>
      <p:grpSp>
        <p:nvGrpSpPr>
          <p:cNvPr name="Group 48" id="48"/>
          <p:cNvGrpSpPr/>
          <p:nvPr/>
        </p:nvGrpSpPr>
        <p:grpSpPr>
          <a:xfrm rot="0">
            <a:off x="22574216" y="5289000"/>
            <a:ext cx="2773960" cy="2698500"/>
            <a:chOff x="0" y="0"/>
            <a:chExt cx="3698613" cy="3598000"/>
          </a:xfrm>
        </p:grpSpPr>
        <p:sp>
          <p:nvSpPr>
            <p:cNvPr name="Freeform 49" id="49"/>
            <p:cNvSpPr/>
            <p:nvPr/>
          </p:nvSpPr>
          <p:spPr>
            <a:xfrm flipH="false" flipV="false" rot="0">
              <a:off x="0" y="0"/>
              <a:ext cx="3698613" cy="3598000"/>
            </a:xfrm>
            <a:custGeom>
              <a:avLst/>
              <a:gdLst/>
              <a:ahLst/>
              <a:cxnLst/>
              <a:rect r="r" b="b" t="t" l="l"/>
              <a:pathLst>
                <a:path h="3598000" w="3698613">
                  <a:moveTo>
                    <a:pt x="0" y="0"/>
                  </a:moveTo>
                  <a:lnTo>
                    <a:pt x="3698613" y="0"/>
                  </a:lnTo>
                  <a:lnTo>
                    <a:pt x="3698613" y="3598000"/>
                  </a:lnTo>
                  <a:lnTo>
                    <a:pt x="0" y="3598000"/>
                  </a:lnTo>
                  <a:close/>
                </a:path>
              </a:pathLst>
            </a:custGeom>
            <a:blipFill>
              <a:blip r:embed="rId21"/>
              <a:stretch>
                <a:fillRect l="0" t="-57" r="0" b="-57"/>
              </a:stretch>
            </a:blipFill>
          </p:spPr>
        </p:sp>
      </p:grpSp>
      <p:grpSp>
        <p:nvGrpSpPr>
          <p:cNvPr name="Group 50" id="50"/>
          <p:cNvGrpSpPr/>
          <p:nvPr/>
        </p:nvGrpSpPr>
        <p:grpSpPr>
          <a:xfrm rot="0">
            <a:off x="30075968" y="5674500"/>
            <a:ext cx="2388018" cy="1927500"/>
            <a:chOff x="0" y="0"/>
            <a:chExt cx="3184023" cy="2570000"/>
          </a:xfrm>
        </p:grpSpPr>
        <p:sp>
          <p:nvSpPr>
            <p:cNvPr name="Freeform 51" id="51"/>
            <p:cNvSpPr/>
            <p:nvPr/>
          </p:nvSpPr>
          <p:spPr>
            <a:xfrm flipH="false" flipV="false" rot="0">
              <a:off x="0" y="0"/>
              <a:ext cx="3184023" cy="2570000"/>
            </a:xfrm>
            <a:custGeom>
              <a:avLst/>
              <a:gdLst/>
              <a:ahLst/>
              <a:cxnLst/>
              <a:rect r="r" b="b" t="t" l="l"/>
              <a:pathLst>
                <a:path h="2570000" w="3184023">
                  <a:moveTo>
                    <a:pt x="0" y="0"/>
                  </a:moveTo>
                  <a:lnTo>
                    <a:pt x="3184023" y="0"/>
                  </a:lnTo>
                  <a:lnTo>
                    <a:pt x="3184023" y="2570000"/>
                  </a:lnTo>
                  <a:lnTo>
                    <a:pt x="0" y="2570000"/>
                  </a:lnTo>
                  <a:close/>
                </a:path>
              </a:pathLst>
            </a:custGeom>
            <a:blipFill>
              <a:blip r:embed="rId22"/>
              <a:stretch>
                <a:fillRect l="0" t="-57" r="0" b="-57"/>
              </a:stretch>
            </a:blipFill>
          </p:spPr>
        </p:sp>
      </p:grpSp>
      <p:sp>
        <p:nvSpPr>
          <p:cNvPr name="TextBox 52" id="52"/>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53" id="53"/>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05</a:t>
            </a:r>
          </a:p>
        </p:txBody>
      </p:sp>
      <p:sp>
        <p:nvSpPr>
          <p:cNvPr name="AutoShape 54" id="54"/>
          <p:cNvSpPr/>
          <p:nvPr/>
        </p:nvSpPr>
        <p:spPr>
          <a:xfrm>
            <a:off x="1228725" y="16849725"/>
            <a:ext cx="30060900" cy="0"/>
          </a:xfrm>
          <a:prstGeom prst="line">
            <a:avLst/>
          </a:prstGeom>
          <a:ln cap="flat" w="19050">
            <a:solidFill>
              <a:srgbClr val="00C2CB"/>
            </a:solidFill>
            <a:prstDash val="solid"/>
            <a:headEnd type="none" len="sm" w="sm"/>
            <a:tailEnd type="none" len="sm" w="sm"/>
          </a:ln>
        </p:spPr>
      </p:sp>
      <p:sp>
        <p:nvSpPr>
          <p:cNvPr name="TextBox 55" id="55"/>
          <p:cNvSpPr txBox="true"/>
          <p:nvPr/>
        </p:nvSpPr>
        <p:spPr>
          <a:xfrm rot="0">
            <a:off x="1828800" y="1254975"/>
            <a:ext cx="21745575" cy="1438275"/>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4</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P</a:t>
            </a:r>
            <a:r>
              <a:rPr lang="en-US" b="true" sz="8999" strike="noStrike" u="none">
                <a:solidFill>
                  <a:srgbClr val="FFFFFF"/>
                </a:solidFill>
                <a:latin typeface="Poppins 2 Bold"/>
                <a:ea typeface="Poppins 2 Bold"/>
                <a:cs typeface="Poppins 2 Bold"/>
                <a:sym typeface="Poppins 2 Bold"/>
              </a:rPr>
              <a:t>i</a:t>
            </a:r>
            <a:r>
              <a:rPr lang="en-US" b="true" sz="8999" strike="noStrike" u="none">
                <a:solidFill>
                  <a:srgbClr val="FFFFFF"/>
                </a:solidFill>
                <a:latin typeface="Poppins 2 Bold"/>
                <a:ea typeface="Poppins 2 Bold"/>
                <a:cs typeface="Poppins 2 Bold"/>
                <a:sym typeface="Poppins 2 Bold"/>
              </a:rPr>
              <a:t>lar</a:t>
            </a:r>
            <a:r>
              <a:rPr lang="en-US" b="true" sz="8999" strike="noStrike" u="none">
                <a:solidFill>
                  <a:srgbClr val="FFFFFF"/>
                </a:solidFill>
                <a:latin typeface="Poppins 2 Bold"/>
                <a:ea typeface="Poppins 2 Bold"/>
                <a:cs typeface="Poppins 2 Bold"/>
                <a:sym typeface="Poppins 2 Bold"/>
              </a:rPr>
              <a:t> Kebutuhan</a:t>
            </a:r>
            <a:r>
              <a:rPr lang="en-US" b="true" sz="8999" strike="noStrike" u="none">
                <a:solidFill>
                  <a:srgbClr val="FFFFFF"/>
                </a:solidFill>
                <a:latin typeface="Poppins 2 Bold"/>
                <a:ea typeface="Poppins 2 Bold"/>
                <a:cs typeface="Poppins 2 Bold"/>
                <a:sym typeface="Poppins 2 Bold"/>
              </a:rPr>
              <a:t> Fungsional Fitur</a:t>
            </a:r>
          </a:p>
        </p:txBody>
      </p:sp>
      <p:grpSp>
        <p:nvGrpSpPr>
          <p:cNvPr name="Group 56" id="56"/>
          <p:cNvGrpSpPr/>
          <p:nvPr/>
        </p:nvGrpSpPr>
        <p:grpSpPr>
          <a:xfrm rot="0">
            <a:off x="1206162" y="1189838"/>
            <a:ext cx="349926" cy="1644825"/>
            <a:chOff x="0" y="0"/>
            <a:chExt cx="546751" cy="2570000"/>
          </a:xfrm>
        </p:grpSpPr>
        <p:sp>
          <p:nvSpPr>
            <p:cNvPr name="Freeform 57" id="57"/>
            <p:cNvSpPr/>
            <p:nvPr/>
          </p:nvSpPr>
          <p:spPr>
            <a:xfrm flipH="false" flipV="false" rot="0">
              <a:off x="0" y="0"/>
              <a:ext cx="546752" cy="2570000"/>
            </a:xfrm>
            <a:custGeom>
              <a:avLst/>
              <a:gdLst/>
              <a:ahLst/>
              <a:cxnLst/>
              <a:rect r="r" b="b" t="t" l="l"/>
              <a:pathLst>
                <a:path h="2570000" w="546752">
                  <a:moveTo>
                    <a:pt x="0" y="0"/>
                  </a:moveTo>
                  <a:lnTo>
                    <a:pt x="546752" y="0"/>
                  </a:lnTo>
                  <a:lnTo>
                    <a:pt x="546752" y="2570000"/>
                  </a:lnTo>
                  <a:lnTo>
                    <a:pt x="0" y="2570000"/>
                  </a:lnTo>
                  <a:close/>
                </a:path>
              </a:pathLst>
            </a:custGeom>
            <a:blipFill>
              <a:blip r:embed="rId23"/>
              <a:stretch>
                <a:fillRect l="0" t="-57" r="0" b="-57"/>
              </a:stretch>
            </a:blipFill>
          </p:spPr>
        </p:sp>
      </p:grpSp>
      <p:sp>
        <p:nvSpPr>
          <p:cNvPr name="TextBox 58" id="58"/>
          <p:cNvSpPr txBox="true"/>
          <p:nvPr/>
        </p:nvSpPr>
        <p:spPr>
          <a:xfrm rot="0">
            <a:off x="1841097" y="9267825"/>
            <a:ext cx="5525369" cy="647700"/>
          </a:xfrm>
          <a:prstGeom prst="rect">
            <a:avLst/>
          </a:prstGeom>
        </p:spPr>
        <p:txBody>
          <a:bodyPr anchor="t" rtlCol="false" tIns="0" lIns="0" bIns="0" rIns="0">
            <a:spAutoFit/>
          </a:bodyPr>
          <a:lstStyle/>
          <a:p>
            <a:pPr algn="ctr" marL="0" indent="0" lvl="0">
              <a:lnSpc>
                <a:spcPts val="4500"/>
              </a:lnSpc>
              <a:spcBef>
                <a:spcPct val="0"/>
              </a:spcBef>
            </a:pPr>
            <a:r>
              <a:rPr lang="en-US" b="true" sz="4500" strike="noStrike" u="none">
                <a:solidFill>
                  <a:srgbClr val="FFFFFF"/>
                </a:solidFill>
                <a:latin typeface="Poppins 2 Bold"/>
                <a:ea typeface="Poppins 2 Bold"/>
                <a:cs typeface="Poppins 2 Bold"/>
                <a:sym typeface="Poppins 2 Bold"/>
              </a:rPr>
              <a:t>1. Katalog Fasilitas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sp>
        <p:nvSpPr>
          <p:cNvPr name="AutoShape 4" id="4"/>
          <p:cNvSpPr/>
          <p:nvPr/>
        </p:nvSpPr>
        <p:spPr>
          <a:xfrm>
            <a:off x="1228725" y="16849725"/>
            <a:ext cx="30060900" cy="0"/>
          </a:xfrm>
          <a:prstGeom prst="line">
            <a:avLst/>
          </a:prstGeom>
          <a:ln cap="flat" w="19050">
            <a:solidFill>
              <a:srgbClr val="00C2CB"/>
            </a:solidFill>
            <a:prstDash val="solid"/>
            <a:headEnd type="none" len="sm" w="sm"/>
            <a:tailEnd type="none" len="sm" w="sm"/>
          </a:ln>
        </p:spPr>
      </p:sp>
      <p:grpSp>
        <p:nvGrpSpPr>
          <p:cNvPr name="Group 5" id="5"/>
          <p:cNvGrpSpPr/>
          <p:nvPr/>
        </p:nvGrpSpPr>
        <p:grpSpPr>
          <a:xfrm rot="-10800000">
            <a:off x="-3056470" y="11917573"/>
            <a:ext cx="17886895" cy="6979648"/>
            <a:chOff x="0" y="0"/>
            <a:chExt cx="23849193" cy="9306198"/>
          </a:xfrm>
        </p:grpSpPr>
        <p:sp>
          <p:nvSpPr>
            <p:cNvPr name="Freeform 6" id="6"/>
            <p:cNvSpPr/>
            <p:nvPr/>
          </p:nvSpPr>
          <p:spPr>
            <a:xfrm flipH="false" flipV="false" rot="0">
              <a:off x="0" y="0"/>
              <a:ext cx="23849194" cy="9306198"/>
            </a:xfrm>
            <a:custGeom>
              <a:avLst/>
              <a:gdLst/>
              <a:ahLst/>
              <a:cxnLst/>
              <a:rect r="r" b="b" t="t" l="l"/>
              <a:pathLst>
                <a:path h="9306198" w="23849194">
                  <a:moveTo>
                    <a:pt x="0" y="0"/>
                  </a:moveTo>
                  <a:lnTo>
                    <a:pt x="23849194" y="0"/>
                  </a:lnTo>
                  <a:lnTo>
                    <a:pt x="23849194" y="9306198"/>
                  </a:lnTo>
                  <a:lnTo>
                    <a:pt x="0" y="9306198"/>
                  </a:lnTo>
                  <a:close/>
                </a:path>
              </a:pathLst>
            </a:custGeom>
            <a:blipFill>
              <a:blip r:embed="rId3"/>
              <a:stretch>
                <a:fillRect l="0" t="-34382" r="0" b="-34382"/>
              </a:stretch>
            </a:blipFill>
          </p:spPr>
        </p:sp>
      </p:grpSp>
      <p:grpSp>
        <p:nvGrpSpPr>
          <p:cNvPr name="Group 7" id="7"/>
          <p:cNvGrpSpPr/>
          <p:nvPr/>
        </p:nvGrpSpPr>
        <p:grpSpPr>
          <a:xfrm rot="0">
            <a:off x="-341103" y="-108000"/>
            <a:ext cx="15823631" cy="10408500"/>
            <a:chOff x="0" y="0"/>
            <a:chExt cx="21098175" cy="13878000"/>
          </a:xfrm>
        </p:grpSpPr>
        <p:sp>
          <p:nvSpPr>
            <p:cNvPr name="Freeform 8" id="8"/>
            <p:cNvSpPr/>
            <p:nvPr/>
          </p:nvSpPr>
          <p:spPr>
            <a:xfrm flipH="false" flipV="false" rot="0">
              <a:off x="0" y="0"/>
              <a:ext cx="21098176" cy="13877999"/>
            </a:xfrm>
            <a:custGeom>
              <a:avLst/>
              <a:gdLst/>
              <a:ahLst/>
              <a:cxnLst/>
              <a:rect r="r" b="b" t="t" l="l"/>
              <a:pathLst>
                <a:path h="13877999" w="21098176">
                  <a:moveTo>
                    <a:pt x="0" y="0"/>
                  </a:moveTo>
                  <a:lnTo>
                    <a:pt x="21098176" y="0"/>
                  </a:lnTo>
                  <a:lnTo>
                    <a:pt x="21098176" y="13877999"/>
                  </a:lnTo>
                  <a:lnTo>
                    <a:pt x="0" y="13877999"/>
                  </a:lnTo>
                  <a:close/>
                </a:path>
              </a:pathLst>
            </a:custGeom>
            <a:blipFill>
              <a:blip r:embed="rId3"/>
              <a:stretch>
                <a:fillRect l="0" t="-57" r="0" b="-57"/>
              </a:stretch>
            </a:blipFill>
          </p:spPr>
        </p:sp>
      </p:grpSp>
      <p:grpSp>
        <p:nvGrpSpPr>
          <p:cNvPr name="Group 9" id="9"/>
          <p:cNvGrpSpPr/>
          <p:nvPr/>
        </p:nvGrpSpPr>
        <p:grpSpPr>
          <a:xfrm rot="0">
            <a:off x="697364" y="6183229"/>
            <a:ext cx="1539605" cy="5964957"/>
            <a:chOff x="0" y="0"/>
            <a:chExt cx="3184023" cy="12336000"/>
          </a:xfrm>
        </p:grpSpPr>
        <p:sp>
          <p:nvSpPr>
            <p:cNvPr name="Freeform 10" id="10"/>
            <p:cNvSpPr/>
            <p:nvPr/>
          </p:nvSpPr>
          <p:spPr>
            <a:xfrm flipH="false" flipV="false" rot="0">
              <a:off x="0" y="0"/>
              <a:ext cx="3184023" cy="12336000"/>
            </a:xfrm>
            <a:custGeom>
              <a:avLst/>
              <a:gdLst/>
              <a:ahLst/>
              <a:cxnLst/>
              <a:rect r="r" b="b" t="t" l="l"/>
              <a:pathLst>
                <a:path h="12336000" w="3184023">
                  <a:moveTo>
                    <a:pt x="0" y="0"/>
                  </a:moveTo>
                  <a:lnTo>
                    <a:pt x="3184023" y="0"/>
                  </a:lnTo>
                  <a:lnTo>
                    <a:pt x="3184023" y="12336000"/>
                  </a:lnTo>
                  <a:lnTo>
                    <a:pt x="0" y="12336000"/>
                  </a:lnTo>
                  <a:close/>
                </a:path>
              </a:pathLst>
            </a:custGeom>
            <a:blipFill>
              <a:blip r:embed="rId4"/>
              <a:stretch>
                <a:fillRect l="0" t="-57" r="0" b="-57"/>
              </a:stretch>
            </a:blipFill>
          </p:spPr>
        </p:sp>
      </p:grpSp>
      <p:grpSp>
        <p:nvGrpSpPr>
          <p:cNvPr name="Group 11" id="11"/>
          <p:cNvGrpSpPr/>
          <p:nvPr/>
        </p:nvGrpSpPr>
        <p:grpSpPr>
          <a:xfrm rot="0">
            <a:off x="1446235" y="6908739"/>
            <a:ext cx="9662495" cy="4470523"/>
            <a:chOff x="0" y="0"/>
            <a:chExt cx="12883327" cy="5960697"/>
          </a:xfrm>
        </p:grpSpPr>
        <p:sp>
          <p:nvSpPr>
            <p:cNvPr name="Freeform 12" id="12"/>
            <p:cNvSpPr/>
            <p:nvPr/>
          </p:nvSpPr>
          <p:spPr>
            <a:xfrm flipH="false" flipV="false" rot="0">
              <a:off x="0" y="0"/>
              <a:ext cx="12883327" cy="5960697"/>
            </a:xfrm>
            <a:custGeom>
              <a:avLst/>
              <a:gdLst/>
              <a:ahLst/>
              <a:cxnLst/>
              <a:rect r="r" b="b" t="t" l="l"/>
              <a:pathLst>
                <a:path h="5960697" w="12883327">
                  <a:moveTo>
                    <a:pt x="0" y="0"/>
                  </a:moveTo>
                  <a:lnTo>
                    <a:pt x="12883327" y="0"/>
                  </a:lnTo>
                  <a:lnTo>
                    <a:pt x="12883327" y="5960697"/>
                  </a:lnTo>
                  <a:lnTo>
                    <a:pt x="0" y="5960697"/>
                  </a:lnTo>
                  <a:close/>
                </a:path>
              </a:pathLst>
            </a:custGeom>
            <a:blipFill>
              <a:blip r:embed="rId5"/>
              <a:stretch>
                <a:fillRect l="0" t="-6972" r="0" b="-6972"/>
              </a:stretch>
            </a:blipFill>
          </p:spPr>
        </p:sp>
      </p:grpSp>
      <p:sp>
        <p:nvSpPr>
          <p:cNvPr name="TextBox 13" id="13"/>
          <p:cNvSpPr txBox="true"/>
          <p:nvPr/>
        </p:nvSpPr>
        <p:spPr>
          <a:xfrm rot="0">
            <a:off x="2005639" y="7500150"/>
            <a:ext cx="8543686" cy="2800350"/>
          </a:xfrm>
          <a:prstGeom prst="rect">
            <a:avLst/>
          </a:prstGeom>
        </p:spPr>
        <p:txBody>
          <a:bodyPr anchor="t" rtlCol="false" tIns="0" lIns="0" bIns="0" rIns="0">
            <a:spAutoFit/>
          </a:bodyPr>
          <a:lstStyle/>
          <a:p>
            <a:pPr algn="just" marL="0" indent="0" lvl="0">
              <a:lnSpc>
                <a:spcPts val="10799"/>
              </a:lnSpc>
              <a:spcBef>
                <a:spcPct val="0"/>
              </a:spcBef>
            </a:pPr>
            <a:r>
              <a:rPr lang="en-US" b="true" sz="8999">
                <a:solidFill>
                  <a:srgbClr val="FFFFFF"/>
                </a:solidFill>
                <a:latin typeface="Poppins 2 Bold"/>
                <a:ea typeface="Poppins 2 Bold"/>
                <a:cs typeface="Poppins 2 Bold"/>
                <a:sym typeface="Poppins 2 Bold"/>
              </a:rPr>
              <a:t>DESAIN</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SISTEM DENAH</a:t>
            </a:r>
          </a:p>
        </p:txBody>
      </p:sp>
      <p:sp>
        <p:nvSpPr>
          <p:cNvPr name="TextBox 14" id="14"/>
          <p:cNvSpPr txBox="true"/>
          <p:nvPr/>
        </p:nvSpPr>
        <p:spPr>
          <a:xfrm rot="0">
            <a:off x="1260597"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06</a:t>
            </a:r>
          </a:p>
        </p:txBody>
      </p:sp>
      <p:sp>
        <p:nvSpPr>
          <p:cNvPr name="Freeform 15" id="15"/>
          <p:cNvSpPr/>
          <p:nvPr/>
        </p:nvSpPr>
        <p:spPr>
          <a:xfrm flipH="false" flipV="false" rot="0">
            <a:off x="14830425" y="0"/>
            <a:ext cx="17678400" cy="18288000"/>
          </a:xfrm>
          <a:custGeom>
            <a:avLst/>
            <a:gdLst/>
            <a:ahLst/>
            <a:cxnLst/>
            <a:rect r="r" b="b" t="t" l="l"/>
            <a:pathLst>
              <a:path h="18288000" w="17678400">
                <a:moveTo>
                  <a:pt x="0" y="0"/>
                </a:moveTo>
                <a:lnTo>
                  <a:pt x="17678400" y="0"/>
                </a:lnTo>
                <a:lnTo>
                  <a:pt x="17678400" y="18288000"/>
                </a:lnTo>
                <a:lnTo>
                  <a:pt x="0" y="18288000"/>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341103" y="-108000"/>
            <a:ext cx="15823631" cy="10408500"/>
            <a:chOff x="0" y="0"/>
            <a:chExt cx="21098175" cy="13878000"/>
          </a:xfrm>
        </p:grpSpPr>
        <p:sp>
          <p:nvSpPr>
            <p:cNvPr name="Freeform 5" id="5"/>
            <p:cNvSpPr/>
            <p:nvPr/>
          </p:nvSpPr>
          <p:spPr>
            <a:xfrm flipH="false" flipV="false" rot="0">
              <a:off x="0" y="0"/>
              <a:ext cx="21098176" cy="13877999"/>
            </a:xfrm>
            <a:custGeom>
              <a:avLst/>
              <a:gdLst/>
              <a:ahLst/>
              <a:cxnLst/>
              <a:rect r="r" b="b" t="t" l="l"/>
              <a:pathLst>
                <a:path h="13877999" w="21098176">
                  <a:moveTo>
                    <a:pt x="0" y="0"/>
                  </a:moveTo>
                  <a:lnTo>
                    <a:pt x="21098176" y="0"/>
                  </a:lnTo>
                  <a:lnTo>
                    <a:pt x="21098176" y="13877999"/>
                  </a:lnTo>
                  <a:lnTo>
                    <a:pt x="0" y="13877999"/>
                  </a:lnTo>
                  <a:close/>
                </a:path>
              </a:pathLst>
            </a:custGeom>
            <a:blipFill>
              <a:blip r:embed="rId3"/>
              <a:stretch>
                <a:fillRect l="0" t="-57" r="0" b="-57"/>
              </a:stretch>
            </a:blipFill>
          </p:spPr>
        </p:sp>
      </p:grpSp>
      <p:grpSp>
        <p:nvGrpSpPr>
          <p:cNvPr name="Group 6" id="6"/>
          <p:cNvGrpSpPr/>
          <p:nvPr/>
        </p:nvGrpSpPr>
        <p:grpSpPr>
          <a:xfrm rot="0">
            <a:off x="-341103" y="15312000"/>
            <a:ext cx="3184023" cy="385500"/>
            <a:chOff x="0" y="0"/>
            <a:chExt cx="4245364" cy="514000"/>
          </a:xfrm>
        </p:grpSpPr>
        <p:sp>
          <p:nvSpPr>
            <p:cNvPr name="Freeform 7" id="7"/>
            <p:cNvSpPr/>
            <p:nvPr/>
          </p:nvSpPr>
          <p:spPr>
            <a:xfrm flipH="false" flipV="false" rot="0">
              <a:off x="0" y="0"/>
              <a:ext cx="4245365" cy="514000"/>
            </a:xfrm>
            <a:custGeom>
              <a:avLst/>
              <a:gdLst/>
              <a:ahLst/>
              <a:cxnLst/>
              <a:rect r="r" b="b" t="t" l="l"/>
              <a:pathLst>
                <a:path h="514000" w="4245365">
                  <a:moveTo>
                    <a:pt x="0" y="0"/>
                  </a:moveTo>
                  <a:lnTo>
                    <a:pt x="4245365" y="0"/>
                  </a:lnTo>
                  <a:lnTo>
                    <a:pt x="4245365" y="514000"/>
                  </a:lnTo>
                  <a:lnTo>
                    <a:pt x="0" y="514000"/>
                  </a:lnTo>
                  <a:close/>
                </a:path>
              </a:pathLst>
            </a:custGeom>
            <a:blipFill>
              <a:blip r:embed="rId4"/>
              <a:stretch>
                <a:fillRect l="0" t="-57" r="0" b="-57"/>
              </a:stretch>
            </a:blipFill>
          </p:spPr>
        </p:sp>
      </p:grpSp>
      <p:grpSp>
        <p:nvGrpSpPr>
          <p:cNvPr name="Group 8" id="8"/>
          <p:cNvGrpSpPr/>
          <p:nvPr/>
        </p:nvGrpSpPr>
        <p:grpSpPr>
          <a:xfrm rot="0">
            <a:off x="2022793" y="14926500"/>
            <a:ext cx="1592012" cy="1542000"/>
            <a:chOff x="0" y="0"/>
            <a:chExt cx="2122682" cy="2056000"/>
          </a:xfrm>
        </p:grpSpPr>
        <p:sp>
          <p:nvSpPr>
            <p:cNvPr name="Freeform 9" id="9"/>
            <p:cNvSpPr/>
            <p:nvPr/>
          </p:nvSpPr>
          <p:spPr>
            <a:xfrm flipH="false" flipV="false" rot="0">
              <a:off x="0" y="0"/>
              <a:ext cx="2122682" cy="2056000"/>
            </a:xfrm>
            <a:custGeom>
              <a:avLst/>
              <a:gdLst/>
              <a:ahLst/>
              <a:cxnLst/>
              <a:rect r="r" b="b" t="t" l="l"/>
              <a:pathLst>
                <a:path h="2056000" w="2122682">
                  <a:moveTo>
                    <a:pt x="0" y="0"/>
                  </a:moveTo>
                  <a:lnTo>
                    <a:pt x="2122682" y="0"/>
                  </a:lnTo>
                  <a:lnTo>
                    <a:pt x="2122682" y="2056000"/>
                  </a:lnTo>
                  <a:lnTo>
                    <a:pt x="0" y="2056000"/>
                  </a:lnTo>
                  <a:close/>
                </a:path>
              </a:pathLst>
            </a:custGeom>
            <a:blipFill>
              <a:blip r:embed="rId5"/>
              <a:stretch>
                <a:fillRect l="0" t="-57" r="0" b="-57"/>
              </a:stretch>
            </a:blipFill>
          </p:spPr>
        </p:sp>
      </p:grpSp>
      <p:grpSp>
        <p:nvGrpSpPr>
          <p:cNvPr name="Group 10" id="10"/>
          <p:cNvGrpSpPr/>
          <p:nvPr/>
        </p:nvGrpSpPr>
        <p:grpSpPr>
          <a:xfrm rot="0">
            <a:off x="7546591" y="15312000"/>
            <a:ext cx="1206069" cy="771000"/>
            <a:chOff x="0" y="0"/>
            <a:chExt cx="1608093" cy="1028000"/>
          </a:xfrm>
        </p:grpSpPr>
        <p:sp>
          <p:nvSpPr>
            <p:cNvPr name="Freeform 11" id="11"/>
            <p:cNvSpPr/>
            <p:nvPr/>
          </p:nvSpPr>
          <p:spPr>
            <a:xfrm flipH="false" flipV="false" rot="0">
              <a:off x="0" y="0"/>
              <a:ext cx="1608093" cy="1028000"/>
            </a:xfrm>
            <a:custGeom>
              <a:avLst/>
              <a:gdLst/>
              <a:ahLst/>
              <a:cxnLst/>
              <a:rect r="r" b="b" t="t" l="l"/>
              <a:pathLst>
                <a:path h="1028000" w="1608093">
                  <a:moveTo>
                    <a:pt x="0" y="0"/>
                  </a:moveTo>
                  <a:lnTo>
                    <a:pt x="1608093" y="0"/>
                  </a:lnTo>
                  <a:lnTo>
                    <a:pt x="1608093" y="1028000"/>
                  </a:lnTo>
                  <a:lnTo>
                    <a:pt x="0" y="1028000"/>
                  </a:lnTo>
                  <a:close/>
                </a:path>
              </a:pathLst>
            </a:custGeom>
            <a:blipFill>
              <a:blip r:embed="rId6"/>
              <a:stretch>
                <a:fillRect l="0" t="-57" r="0" b="-57"/>
              </a:stretch>
            </a:blipFill>
          </p:spPr>
        </p:sp>
      </p:grpSp>
      <p:grpSp>
        <p:nvGrpSpPr>
          <p:cNvPr name="Group 12" id="12"/>
          <p:cNvGrpSpPr/>
          <p:nvPr/>
        </p:nvGrpSpPr>
        <p:grpSpPr>
          <a:xfrm rot="0">
            <a:off x="29279963" y="4132500"/>
            <a:ext cx="3569966" cy="385500"/>
            <a:chOff x="0" y="0"/>
            <a:chExt cx="4759954" cy="514000"/>
          </a:xfrm>
        </p:grpSpPr>
        <p:sp>
          <p:nvSpPr>
            <p:cNvPr name="Freeform 13" id="13"/>
            <p:cNvSpPr/>
            <p:nvPr/>
          </p:nvSpPr>
          <p:spPr>
            <a:xfrm flipH="false" flipV="false" rot="0">
              <a:off x="0" y="0"/>
              <a:ext cx="4759954" cy="514000"/>
            </a:xfrm>
            <a:custGeom>
              <a:avLst/>
              <a:gdLst/>
              <a:ahLst/>
              <a:cxnLst/>
              <a:rect r="r" b="b" t="t" l="l"/>
              <a:pathLst>
                <a:path h="514000" w="4759954">
                  <a:moveTo>
                    <a:pt x="0" y="0"/>
                  </a:moveTo>
                  <a:lnTo>
                    <a:pt x="4759954" y="0"/>
                  </a:lnTo>
                  <a:lnTo>
                    <a:pt x="4759954" y="514000"/>
                  </a:lnTo>
                  <a:lnTo>
                    <a:pt x="0" y="514000"/>
                  </a:lnTo>
                  <a:close/>
                </a:path>
              </a:pathLst>
            </a:custGeom>
            <a:blipFill>
              <a:blip r:embed="rId7"/>
              <a:stretch>
                <a:fillRect l="0" t="-57" r="0" b="-57"/>
              </a:stretch>
            </a:blipFill>
          </p:spPr>
        </p:sp>
      </p:grpSp>
      <p:grpSp>
        <p:nvGrpSpPr>
          <p:cNvPr name="Group 14" id="14"/>
          <p:cNvGrpSpPr/>
          <p:nvPr/>
        </p:nvGrpSpPr>
        <p:grpSpPr>
          <a:xfrm rot="0">
            <a:off x="28894020" y="1048500"/>
            <a:ext cx="1206069" cy="771000"/>
            <a:chOff x="0" y="0"/>
            <a:chExt cx="1608093" cy="1028000"/>
          </a:xfrm>
        </p:grpSpPr>
        <p:sp>
          <p:nvSpPr>
            <p:cNvPr name="Freeform 15" id="15"/>
            <p:cNvSpPr/>
            <p:nvPr/>
          </p:nvSpPr>
          <p:spPr>
            <a:xfrm flipH="false" flipV="false" rot="0">
              <a:off x="0" y="0"/>
              <a:ext cx="1608093" cy="1028000"/>
            </a:xfrm>
            <a:custGeom>
              <a:avLst/>
              <a:gdLst/>
              <a:ahLst/>
              <a:cxnLst/>
              <a:rect r="r" b="b" t="t" l="l"/>
              <a:pathLst>
                <a:path h="1028000" w="1608093">
                  <a:moveTo>
                    <a:pt x="0" y="0"/>
                  </a:moveTo>
                  <a:lnTo>
                    <a:pt x="1608093" y="0"/>
                  </a:lnTo>
                  <a:lnTo>
                    <a:pt x="1608093" y="1028000"/>
                  </a:lnTo>
                  <a:lnTo>
                    <a:pt x="0" y="1028000"/>
                  </a:lnTo>
                  <a:close/>
                </a:path>
              </a:pathLst>
            </a:custGeom>
            <a:blipFill>
              <a:blip r:embed="rId8"/>
              <a:stretch>
                <a:fillRect l="0" t="-57" r="0" b="-57"/>
              </a:stretch>
            </a:blipFill>
          </p:spPr>
        </p:sp>
      </p:grpSp>
      <p:grpSp>
        <p:nvGrpSpPr>
          <p:cNvPr name="Group 16" id="16"/>
          <p:cNvGrpSpPr/>
          <p:nvPr/>
        </p:nvGrpSpPr>
        <p:grpSpPr>
          <a:xfrm rot="0">
            <a:off x="27712072" y="2205000"/>
            <a:ext cx="1592012" cy="1542000"/>
            <a:chOff x="0" y="0"/>
            <a:chExt cx="2122682" cy="2056000"/>
          </a:xfrm>
        </p:grpSpPr>
        <p:sp>
          <p:nvSpPr>
            <p:cNvPr name="Freeform 17" id="17"/>
            <p:cNvSpPr/>
            <p:nvPr/>
          </p:nvSpPr>
          <p:spPr>
            <a:xfrm flipH="false" flipV="false" rot="0">
              <a:off x="0" y="0"/>
              <a:ext cx="2122682" cy="2056000"/>
            </a:xfrm>
            <a:custGeom>
              <a:avLst/>
              <a:gdLst/>
              <a:ahLst/>
              <a:cxnLst/>
              <a:rect r="r" b="b" t="t" l="l"/>
              <a:pathLst>
                <a:path h="2056000" w="2122682">
                  <a:moveTo>
                    <a:pt x="0" y="0"/>
                  </a:moveTo>
                  <a:lnTo>
                    <a:pt x="2122682" y="0"/>
                  </a:lnTo>
                  <a:lnTo>
                    <a:pt x="2122682" y="2056000"/>
                  </a:lnTo>
                  <a:lnTo>
                    <a:pt x="0" y="2056000"/>
                  </a:lnTo>
                  <a:close/>
                </a:path>
              </a:pathLst>
            </a:custGeom>
            <a:blipFill>
              <a:blip r:embed="rId9"/>
              <a:stretch>
                <a:fillRect l="0" t="-57" r="0" b="-57"/>
              </a:stretch>
            </a:blipFill>
          </p:spPr>
        </p:sp>
      </p:grpSp>
      <p:grpSp>
        <p:nvGrpSpPr>
          <p:cNvPr name="Group 18" id="18"/>
          <p:cNvGrpSpPr/>
          <p:nvPr/>
        </p:nvGrpSpPr>
        <p:grpSpPr>
          <a:xfrm rot="0">
            <a:off x="29665905" y="7216500"/>
            <a:ext cx="1230191" cy="771000"/>
            <a:chOff x="0" y="0"/>
            <a:chExt cx="1640254" cy="1028000"/>
          </a:xfrm>
        </p:grpSpPr>
        <p:sp>
          <p:nvSpPr>
            <p:cNvPr name="Freeform 19" id="19"/>
            <p:cNvSpPr/>
            <p:nvPr/>
          </p:nvSpPr>
          <p:spPr>
            <a:xfrm flipH="false" flipV="false" rot="0">
              <a:off x="0" y="0"/>
              <a:ext cx="1640255" cy="1028000"/>
            </a:xfrm>
            <a:custGeom>
              <a:avLst/>
              <a:gdLst/>
              <a:ahLst/>
              <a:cxnLst/>
              <a:rect r="r" b="b" t="t" l="l"/>
              <a:pathLst>
                <a:path h="1028000" w="1640255">
                  <a:moveTo>
                    <a:pt x="0" y="0"/>
                  </a:moveTo>
                  <a:lnTo>
                    <a:pt x="1640255" y="0"/>
                  </a:lnTo>
                  <a:lnTo>
                    <a:pt x="1640255" y="1028000"/>
                  </a:lnTo>
                  <a:lnTo>
                    <a:pt x="0" y="1028000"/>
                  </a:lnTo>
                  <a:close/>
                </a:path>
              </a:pathLst>
            </a:custGeom>
            <a:blipFill>
              <a:blip r:embed="rId10"/>
              <a:stretch>
                <a:fillRect l="0" t="-57" r="0" b="-57"/>
              </a:stretch>
            </a:blipFill>
          </p:spPr>
        </p:sp>
      </p:grpSp>
      <p:grpSp>
        <p:nvGrpSpPr>
          <p:cNvPr name="Group 20" id="20"/>
          <p:cNvGrpSpPr/>
          <p:nvPr/>
        </p:nvGrpSpPr>
        <p:grpSpPr>
          <a:xfrm rot="0">
            <a:off x="19414314" y="8758500"/>
            <a:ext cx="11867723" cy="5011500"/>
            <a:chOff x="0" y="0"/>
            <a:chExt cx="15823631" cy="6682000"/>
          </a:xfrm>
        </p:grpSpPr>
        <p:sp>
          <p:nvSpPr>
            <p:cNvPr name="Freeform 21" id="21"/>
            <p:cNvSpPr/>
            <p:nvPr/>
          </p:nvSpPr>
          <p:spPr>
            <a:xfrm flipH="false" flipV="false" rot="0">
              <a:off x="0" y="0"/>
              <a:ext cx="15823631" cy="6682000"/>
            </a:xfrm>
            <a:custGeom>
              <a:avLst/>
              <a:gdLst/>
              <a:ahLst/>
              <a:cxnLst/>
              <a:rect r="r" b="b" t="t" l="l"/>
              <a:pathLst>
                <a:path h="6682000" w="15823631">
                  <a:moveTo>
                    <a:pt x="0" y="0"/>
                  </a:moveTo>
                  <a:lnTo>
                    <a:pt x="15823631" y="0"/>
                  </a:lnTo>
                  <a:lnTo>
                    <a:pt x="15823631" y="6682000"/>
                  </a:lnTo>
                  <a:lnTo>
                    <a:pt x="0" y="6682000"/>
                  </a:lnTo>
                  <a:close/>
                </a:path>
              </a:pathLst>
            </a:custGeom>
            <a:blipFill>
              <a:blip r:embed="rId11"/>
              <a:stretch>
                <a:fillRect l="0" t="-57" r="0" b="-57"/>
              </a:stretch>
            </a:blipFill>
          </p:spPr>
        </p:sp>
      </p:grpSp>
      <p:sp>
        <p:nvSpPr>
          <p:cNvPr name="AutoShape 22" id="22"/>
          <p:cNvSpPr/>
          <p:nvPr/>
        </p:nvSpPr>
        <p:spPr>
          <a:xfrm>
            <a:off x="1228725" y="16849725"/>
            <a:ext cx="30060900" cy="0"/>
          </a:xfrm>
          <a:prstGeom prst="line">
            <a:avLst/>
          </a:prstGeom>
          <a:ln cap="flat" w="19050">
            <a:solidFill>
              <a:srgbClr val="00C2CB"/>
            </a:solidFill>
            <a:prstDash val="solid"/>
            <a:headEnd type="none" len="sm" w="sm"/>
            <a:tailEnd type="none" len="sm" w="sm"/>
          </a:ln>
        </p:spPr>
      </p:sp>
      <p:sp>
        <p:nvSpPr>
          <p:cNvPr name="Freeform 23" id="23"/>
          <p:cNvSpPr/>
          <p:nvPr/>
        </p:nvSpPr>
        <p:spPr>
          <a:xfrm flipH="false" flipV="false" rot="0">
            <a:off x="1354673" y="7676944"/>
            <a:ext cx="454965" cy="621113"/>
          </a:xfrm>
          <a:custGeom>
            <a:avLst/>
            <a:gdLst/>
            <a:ahLst/>
            <a:cxnLst/>
            <a:rect r="r" b="b" t="t" l="l"/>
            <a:pathLst>
              <a:path h="621113" w="454965">
                <a:moveTo>
                  <a:pt x="0" y="0"/>
                </a:moveTo>
                <a:lnTo>
                  <a:pt x="454964" y="0"/>
                </a:lnTo>
                <a:lnTo>
                  <a:pt x="454964" y="621112"/>
                </a:lnTo>
                <a:lnTo>
                  <a:pt x="0" y="621112"/>
                </a:lnTo>
                <a:lnTo>
                  <a:pt x="0" y="0"/>
                </a:lnTo>
                <a:close/>
              </a:path>
            </a:pathLst>
          </a:custGeom>
          <a:blipFill>
            <a:blip r:embed="rId12"/>
            <a:stretch>
              <a:fillRect l="0" t="0" r="0" b="0"/>
            </a:stretch>
          </a:blipFill>
        </p:spPr>
      </p:sp>
      <p:sp>
        <p:nvSpPr>
          <p:cNvPr name="Freeform 24" id="24"/>
          <p:cNvSpPr/>
          <p:nvPr/>
        </p:nvSpPr>
        <p:spPr>
          <a:xfrm flipH="false" flipV="false" rot="0">
            <a:off x="1354673" y="8833444"/>
            <a:ext cx="454965" cy="621113"/>
          </a:xfrm>
          <a:custGeom>
            <a:avLst/>
            <a:gdLst/>
            <a:ahLst/>
            <a:cxnLst/>
            <a:rect r="r" b="b" t="t" l="l"/>
            <a:pathLst>
              <a:path h="621113" w="454965">
                <a:moveTo>
                  <a:pt x="0" y="0"/>
                </a:moveTo>
                <a:lnTo>
                  <a:pt x="454964" y="0"/>
                </a:lnTo>
                <a:lnTo>
                  <a:pt x="454964" y="621112"/>
                </a:lnTo>
                <a:lnTo>
                  <a:pt x="0" y="621112"/>
                </a:lnTo>
                <a:lnTo>
                  <a:pt x="0" y="0"/>
                </a:lnTo>
                <a:close/>
              </a:path>
            </a:pathLst>
          </a:custGeom>
          <a:blipFill>
            <a:blip r:embed="rId12"/>
            <a:stretch>
              <a:fillRect l="0" t="0" r="0" b="0"/>
            </a:stretch>
          </a:blipFill>
        </p:spPr>
      </p:sp>
      <p:grpSp>
        <p:nvGrpSpPr>
          <p:cNvPr name="Group 25" id="25"/>
          <p:cNvGrpSpPr/>
          <p:nvPr/>
        </p:nvGrpSpPr>
        <p:grpSpPr>
          <a:xfrm rot="0">
            <a:off x="1212566" y="1270008"/>
            <a:ext cx="222500" cy="2785318"/>
            <a:chOff x="0" y="0"/>
            <a:chExt cx="357657" cy="4477257"/>
          </a:xfrm>
        </p:grpSpPr>
        <p:sp>
          <p:nvSpPr>
            <p:cNvPr name="Freeform 26" id="26"/>
            <p:cNvSpPr/>
            <p:nvPr/>
          </p:nvSpPr>
          <p:spPr>
            <a:xfrm flipH="false" flipV="false" rot="0">
              <a:off x="0" y="0"/>
              <a:ext cx="357657" cy="4477257"/>
            </a:xfrm>
            <a:custGeom>
              <a:avLst/>
              <a:gdLst/>
              <a:ahLst/>
              <a:cxnLst/>
              <a:rect r="r" b="b" t="t" l="l"/>
              <a:pathLst>
                <a:path h="4477257" w="357657">
                  <a:moveTo>
                    <a:pt x="0" y="0"/>
                  </a:moveTo>
                  <a:lnTo>
                    <a:pt x="357657" y="0"/>
                  </a:lnTo>
                  <a:lnTo>
                    <a:pt x="357657" y="4477257"/>
                  </a:lnTo>
                  <a:lnTo>
                    <a:pt x="0" y="4477257"/>
                  </a:lnTo>
                  <a:close/>
                </a:path>
              </a:pathLst>
            </a:custGeom>
            <a:blipFill>
              <a:blip r:embed="rId13"/>
              <a:stretch>
                <a:fillRect l="-83006" t="0" r="-83006" b="0"/>
              </a:stretch>
            </a:blipFill>
          </p:spPr>
        </p:sp>
      </p:grpSp>
      <p:sp>
        <p:nvSpPr>
          <p:cNvPr name="Freeform 27" id="27"/>
          <p:cNvSpPr/>
          <p:nvPr/>
        </p:nvSpPr>
        <p:spPr>
          <a:xfrm flipH="false" flipV="false" rot="0">
            <a:off x="1354673" y="10079592"/>
            <a:ext cx="454965" cy="621113"/>
          </a:xfrm>
          <a:custGeom>
            <a:avLst/>
            <a:gdLst/>
            <a:ahLst/>
            <a:cxnLst/>
            <a:rect r="r" b="b" t="t" l="l"/>
            <a:pathLst>
              <a:path h="621113" w="454965">
                <a:moveTo>
                  <a:pt x="0" y="0"/>
                </a:moveTo>
                <a:lnTo>
                  <a:pt x="454964" y="0"/>
                </a:lnTo>
                <a:lnTo>
                  <a:pt x="454964" y="621112"/>
                </a:lnTo>
                <a:lnTo>
                  <a:pt x="0" y="621112"/>
                </a:lnTo>
                <a:lnTo>
                  <a:pt x="0" y="0"/>
                </a:lnTo>
                <a:close/>
              </a:path>
            </a:pathLst>
          </a:custGeom>
          <a:blipFill>
            <a:blip r:embed="rId12"/>
            <a:stretch>
              <a:fillRect l="0" t="0" r="0" b="0"/>
            </a:stretch>
          </a:blipFill>
        </p:spPr>
      </p:sp>
      <p:sp>
        <p:nvSpPr>
          <p:cNvPr name="Freeform 28" id="28"/>
          <p:cNvSpPr/>
          <p:nvPr/>
        </p:nvSpPr>
        <p:spPr>
          <a:xfrm flipH="false" flipV="false" rot="0">
            <a:off x="1354673" y="11339194"/>
            <a:ext cx="454965" cy="621113"/>
          </a:xfrm>
          <a:custGeom>
            <a:avLst/>
            <a:gdLst/>
            <a:ahLst/>
            <a:cxnLst/>
            <a:rect r="r" b="b" t="t" l="l"/>
            <a:pathLst>
              <a:path h="621113" w="454965">
                <a:moveTo>
                  <a:pt x="0" y="0"/>
                </a:moveTo>
                <a:lnTo>
                  <a:pt x="454964" y="0"/>
                </a:lnTo>
                <a:lnTo>
                  <a:pt x="454964" y="621112"/>
                </a:lnTo>
                <a:lnTo>
                  <a:pt x="0" y="621112"/>
                </a:lnTo>
                <a:lnTo>
                  <a:pt x="0" y="0"/>
                </a:lnTo>
                <a:close/>
              </a:path>
            </a:pathLst>
          </a:custGeom>
          <a:blipFill>
            <a:blip r:embed="rId12"/>
            <a:stretch>
              <a:fillRect l="0" t="0" r="0" b="0"/>
            </a:stretch>
          </a:blipFill>
        </p:spPr>
      </p:sp>
      <p:sp>
        <p:nvSpPr>
          <p:cNvPr name="Freeform 29" id="29"/>
          <p:cNvSpPr/>
          <p:nvPr/>
        </p:nvSpPr>
        <p:spPr>
          <a:xfrm flipH="false" flipV="false" rot="0">
            <a:off x="1354673" y="12598481"/>
            <a:ext cx="454965" cy="621113"/>
          </a:xfrm>
          <a:custGeom>
            <a:avLst/>
            <a:gdLst/>
            <a:ahLst/>
            <a:cxnLst/>
            <a:rect r="r" b="b" t="t" l="l"/>
            <a:pathLst>
              <a:path h="621113" w="454965">
                <a:moveTo>
                  <a:pt x="0" y="0"/>
                </a:moveTo>
                <a:lnTo>
                  <a:pt x="454964" y="0"/>
                </a:lnTo>
                <a:lnTo>
                  <a:pt x="454964" y="621113"/>
                </a:lnTo>
                <a:lnTo>
                  <a:pt x="0" y="621113"/>
                </a:lnTo>
                <a:lnTo>
                  <a:pt x="0" y="0"/>
                </a:lnTo>
                <a:close/>
              </a:path>
            </a:pathLst>
          </a:custGeom>
          <a:blipFill>
            <a:blip r:embed="rId12"/>
            <a:stretch>
              <a:fillRect l="0" t="0" r="0" b="0"/>
            </a:stretch>
          </a:blipFill>
        </p:spPr>
      </p:sp>
      <p:sp>
        <p:nvSpPr>
          <p:cNvPr name="Freeform 30" id="30"/>
          <p:cNvSpPr/>
          <p:nvPr/>
        </p:nvSpPr>
        <p:spPr>
          <a:xfrm flipH="false" flipV="false" rot="0">
            <a:off x="1354673" y="13857769"/>
            <a:ext cx="454965" cy="621113"/>
          </a:xfrm>
          <a:custGeom>
            <a:avLst/>
            <a:gdLst/>
            <a:ahLst/>
            <a:cxnLst/>
            <a:rect r="r" b="b" t="t" l="l"/>
            <a:pathLst>
              <a:path h="621113" w="454965">
                <a:moveTo>
                  <a:pt x="0" y="0"/>
                </a:moveTo>
                <a:lnTo>
                  <a:pt x="454964" y="0"/>
                </a:lnTo>
                <a:lnTo>
                  <a:pt x="454964" y="621112"/>
                </a:lnTo>
                <a:lnTo>
                  <a:pt x="0" y="621112"/>
                </a:lnTo>
                <a:lnTo>
                  <a:pt x="0" y="0"/>
                </a:lnTo>
                <a:close/>
              </a:path>
            </a:pathLst>
          </a:custGeom>
          <a:blipFill>
            <a:blip r:embed="rId12"/>
            <a:stretch>
              <a:fillRect l="0" t="0" r="0" b="0"/>
            </a:stretch>
          </a:blipFill>
        </p:spPr>
      </p:sp>
      <p:sp>
        <p:nvSpPr>
          <p:cNvPr name="Freeform 31" id="31"/>
          <p:cNvSpPr/>
          <p:nvPr/>
        </p:nvSpPr>
        <p:spPr>
          <a:xfrm flipH="false" flipV="false" rot="0">
            <a:off x="10321814" y="7650591"/>
            <a:ext cx="454965" cy="621113"/>
          </a:xfrm>
          <a:custGeom>
            <a:avLst/>
            <a:gdLst/>
            <a:ahLst/>
            <a:cxnLst/>
            <a:rect r="r" b="b" t="t" l="l"/>
            <a:pathLst>
              <a:path h="621113" w="454965">
                <a:moveTo>
                  <a:pt x="0" y="0"/>
                </a:moveTo>
                <a:lnTo>
                  <a:pt x="454965" y="0"/>
                </a:lnTo>
                <a:lnTo>
                  <a:pt x="454965" y="621112"/>
                </a:lnTo>
                <a:lnTo>
                  <a:pt x="0" y="621112"/>
                </a:lnTo>
                <a:lnTo>
                  <a:pt x="0" y="0"/>
                </a:lnTo>
                <a:close/>
              </a:path>
            </a:pathLst>
          </a:custGeom>
          <a:blipFill>
            <a:blip r:embed="rId12"/>
            <a:stretch>
              <a:fillRect l="0" t="0" r="0" b="0"/>
            </a:stretch>
          </a:blipFill>
        </p:spPr>
      </p:sp>
      <p:sp>
        <p:nvSpPr>
          <p:cNvPr name="Freeform 32" id="32"/>
          <p:cNvSpPr/>
          <p:nvPr/>
        </p:nvSpPr>
        <p:spPr>
          <a:xfrm flipH="false" flipV="false" rot="0">
            <a:off x="10321814" y="8881303"/>
            <a:ext cx="454965" cy="621113"/>
          </a:xfrm>
          <a:custGeom>
            <a:avLst/>
            <a:gdLst/>
            <a:ahLst/>
            <a:cxnLst/>
            <a:rect r="r" b="b" t="t" l="l"/>
            <a:pathLst>
              <a:path h="621113" w="454965">
                <a:moveTo>
                  <a:pt x="0" y="0"/>
                </a:moveTo>
                <a:lnTo>
                  <a:pt x="454965" y="0"/>
                </a:lnTo>
                <a:lnTo>
                  <a:pt x="454965" y="621113"/>
                </a:lnTo>
                <a:lnTo>
                  <a:pt x="0" y="621113"/>
                </a:lnTo>
                <a:lnTo>
                  <a:pt x="0" y="0"/>
                </a:lnTo>
                <a:close/>
              </a:path>
            </a:pathLst>
          </a:custGeom>
          <a:blipFill>
            <a:blip r:embed="rId12"/>
            <a:stretch>
              <a:fillRect l="0" t="0" r="0" b="0"/>
            </a:stretch>
          </a:blipFill>
        </p:spPr>
      </p:sp>
      <p:sp>
        <p:nvSpPr>
          <p:cNvPr name="Freeform 33" id="33"/>
          <p:cNvSpPr/>
          <p:nvPr/>
        </p:nvSpPr>
        <p:spPr>
          <a:xfrm flipH="false" flipV="false" rot="0">
            <a:off x="10321814" y="10112016"/>
            <a:ext cx="454965" cy="621113"/>
          </a:xfrm>
          <a:custGeom>
            <a:avLst/>
            <a:gdLst/>
            <a:ahLst/>
            <a:cxnLst/>
            <a:rect r="r" b="b" t="t" l="l"/>
            <a:pathLst>
              <a:path h="621113" w="454965">
                <a:moveTo>
                  <a:pt x="0" y="0"/>
                </a:moveTo>
                <a:lnTo>
                  <a:pt x="454965" y="0"/>
                </a:lnTo>
                <a:lnTo>
                  <a:pt x="454965" y="621112"/>
                </a:lnTo>
                <a:lnTo>
                  <a:pt x="0" y="621112"/>
                </a:lnTo>
                <a:lnTo>
                  <a:pt x="0" y="0"/>
                </a:lnTo>
                <a:close/>
              </a:path>
            </a:pathLst>
          </a:custGeom>
          <a:blipFill>
            <a:blip r:embed="rId12"/>
            <a:stretch>
              <a:fillRect l="0" t="0" r="0" b="0"/>
            </a:stretch>
          </a:blipFill>
        </p:spPr>
      </p:sp>
      <p:sp>
        <p:nvSpPr>
          <p:cNvPr name="Freeform 34" id="34"/>
          <p:cNvSpPr/>
          <p:nvPr/>
        </p:nvSpPr>
        <p:spPr>
          <a:xfrm flipH="false" flipV="false" rot="0">
            <a:off x="10321814" y="11339194"/>
            <a:ext cx="454965" cy="621113"/>
          </a:xfrm>
          <a:custGeom>
            <a:avLst/>
            <a:gdLst/>
            <a:ahLst/>
            <a:cxnLst/>
            <a:rect r="r" b="b" t="t" l="l"/>
            <a:pathLst>
              <a:path h="621113" w="454965">
                <a:moveTo>
                  <a:pt x="0" y="0"/>
                </a:moveTo>
                <a:lnTo>
                  <a:pt x="454965" y="0"/>
                </a:lnTo>
                <a:lnTo>
                  <a:pt x="454965" y="621112"/>
                </a:lnTo>
                <a:lnTo>
                  <a:pt x="0" y="621112"/>
                </a:lnTo>
                <a:lnTo>
                  <a:pt x="0" y="0"/>
                </a:lnTo>
                <a:close/>
              </a:path>
            </a:pathLst>
          </a:custGeom>
          <a:blipFill>
            <a:blip r:embed="rId12"/>
            <a:stretch>
              <a:fillRect l="0" t="0" r="0" b="0"/>
            </a:stretch>
          </a:blipFill>
        </p:spPr>
      </p:sp>
      <p:sp>
        <p:nvSpPr>
          <p:cNvPr name="Freeform 35" id="35"/>
          <p:cNvSpPr/>
          <p:nvPr/>
        </p:nvSpPr>
        <p:spPr>
          <a:xfrm flipH="false" flipV="false" rot="0">
            <a:off x="10321814" y="12569906"/>
            <a:ext cx="454965" cy="621113"/>
          </a:xfrm>
          <a:custGeom>
            <a:avLst/>
            <a:gdLst/>
            <a:ahLst/>
            <a:cxnLst/>
            <a:rect r="r" b="b" t="t" l="l"/>
            <a:pathLst>
              <a:path h="621113" w="454965">
                <a:moveTo>
                  <a:pt x="0" y="0"/>
                </a:moveTo>
                <a:lnTo>
                  <a:pt x="454965" y="0"/>
                </a:lnTo>
                <a:lnTo>
                  <a:pt x="454965" y="621113"/>
                </a:lnTo>
                <a:lnTo>
                  <a:pt x="0" y="621113"/>
                </a:lnTo>
                <a:lnTo>
                  <a:pt x="0" y="0"/>
                </a:lnTo>
                <a:close/>
              </a:path>
            </a:pathLst>
          </a:custGeom>
          <a:blipFill>
            <a:blip r:embed="rId12"/>
            <a:stretch>
              <a:fillRect l="0" t="0" r="0" b="0"/>
            </a:stretch>
          </a:blipFill>
        </p:spPr>
      </p:sp>
      <p:sp>
        <p:nvSpPr>
          <p:cNvPr name="Freeform 36" id="36"/>
          <p:cNvSpPr/>
          <p:nvPr/>
        </p:nvSpPr>
        <p:spPr>
          <a:xfrm flipH="false" flipV="false" rot="0">
            <a:off x="21326685" y="9448104"/>
            <a:ext cx="577176" cy="577176"/>
          </a:xfrm>
          <a:custGeom>
            <a:avLst/>
            <a:gdLst/>
            <a:ahLst/>
            <a:cxnLst/>
            <a:rect r="r" b="b" t="t" l="l"/>
            <a:pathLst>
              <a:path h="577176" w="577176">
                <a:moveTo>
                  <a:pt x="0" y="0"/>
                </a:moveTo>
                <a:lnTo>
                  <a:pt x="577176" y="0"/>
                </a:lnTo>
                <a:lnTo>
                  <a:pt x="577176" y="577176"/>
                </a:lnTo>
                <a:lnTo>
                  <a:pt x="0" y="5771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7" id="37"/>
          <p:cNvSpPr txBox="true"/>
          <p:nvPr/>
        </p:nvSpPr>
        <p:spPr>
          <a:xfrm rot="0">
            <a:off x="1212566" y="5606775"/>
            <a:ext cx="30069472" cy="1609725"/>
          </a:xfrm>
          <a:prstGeom prst="rect">
            <a:avLst/>
          </a:prstGeom>
        </p:spPr>
        <p:txBody>
          <a:bodyPr anchor="t" rtlCol="false" tIns="0" lIns="0" bIns="0" rIns="0">
            <a:spAutoFit/>
          </a:bodyPr>
          <a:lstStyle/>
          <a:p>
            <a:pPr algn="just" marL="0" indent="0" lvl="0">
              <a:lnSpc>
                <a:spcPts val="6299"/>
              </a:lnSpc>
              <a:spcBef>
                <a:spcPct val="0"/>
              </a:spcBef>
            </a:pPr>
            <a:r>
              <a:rPr lang="en-US" sz="4500" strike="noStrike" u="none">
                <a:solidFill>
                  <a:srgbClr val="FFFFFF">
                    <a:alpha val="69804"/>
                  </a:srgbClr>
                </a:solidFill>
                <a:latin typeface="Poppins 2"/>
                <a:ea typeface="Poppins 2"/>
                <a:cs typeface="Poppins 2"/>
                <a:sym typeface="Poppins 2"/>
              </a:rPr>
              <a:t>Pemetaan topologi riil spasial Universitas Perjuangan Tasikmalaya ke dalam bentuk representasi node komputasi:</a:t>
            </a:r>
          </a:p>
        </p:txBody>
      </p:sp>
      <p:sp>
        <p:nvSpPr>
          <p:cNvPr name="TextBox 38" id="38"/>
          <p:cNvSpPr txBox="true"/>
          <p:nvPr/>
        </p:nvSpPr>
        <p:spPr>
          <a:xfrm rot="0">
            <a:off x="2314575" y="7575077"/>
            <a:ext cx="5381625" cy="6826250"/>
          </a:xfrm>
          <a:prstGeom prst="rect">
            <a:avLst/>
          </a:prstGeom>
        </p:spPr>
        <p:txBody>
          <a:bodyPr anchor="t" rtlCol="false" tIns="0" lIns="0" bIns="0" rIns="0">
            <a:spAutoFit/>
          </a:bodyPr>
          <a:lstStyle/>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Gerbang Utama (G.U)</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Bunderan Kampus (B.K)</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Gedung Mashudi (G.M)</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Laboratorium (L)</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Perpustakaan (P)</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Parkiran Motor (P.MT)</a:t>
            </a:r>
          </a:p>
        </p:txBody>
      </p:sp>
      <p:sp>
        <p:nvSpPr>
          <p:cNvPr name="TextBox 39" id="39"/>
          <p:cNvSpPr txBox="true"/>
          <p:nvPr/>
        </p:nvSpPr>
        <p:spPr>
          <a:xfrm rot="0">
            <a:off x="11106150" y="7572169"/>
            <a:ext cx="5148262" cy="5588000"/>
          </a:xfrm>
          <a:prstGeom prst="rect">
            <a:avLst/>
          </a:prstGeom>
        </p:spPr>
        <p:txBody>
          <a:bodyPr anchor="t" rtlCol="false" tIns="0" lIns="0" bIns="0" rIns="0">
            <a:spAutoFit/>
          </a:bodyPr>
          <a:lstStyle/>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Parkiran Mobil (P.M)</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Orrmawa (O)</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Gedung Solihin (G.S)</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Gedung Rektorat (G.R)</a:t>
            </a:r>
          </a:p>
          <a:p>
            <a:pPr algn="l" marL="0" indent="0" lvl="0">
              <a:lnSpc>
                <a:spcPts val="4900"/>
              </a:lnSpc>
              <a:spcBef>
                <a:spcPct val="0"/>
              </a:spcBef>
            </a:pPr>
          </a:p>
          <a:p>
            <a:pPr algn="l" marL="0" indent="0" lvl="0">
              <a:lnSpc>
                <a:spcPts val="4900"/>
              </a:lnSpc>
              <a:spcBef>
                <a:spcPct val="0"/>
              </a:spcBef>
            </a:pPr>
            <a:r>
              <a:rPr lang="en-US" sz="3500" strike="noStrike" u="none">
                <a:solidFill>
                  <a:srgbClr val="FFFFFF"/>
                </a:solidFill>
                <a:latin typeface="Poppins 2"/>
                <a:ea typeface="Poppins 2"/>
                <a:cs typeface="Poppins 2"/>
                <a:sym typeface="Poppins 2"/>
              </a:rPr>
              <a:t>UKM Sekretariat (S.K)</a:t>
            </a:r>
          </a:p>
        </p:txBody>
      </p:sp>
      <p:sp>
        <p:nvSpPr>
          <p:cNvPr name="TextBox 40" id="40"/>
          <p:cNvSpPr txBox="true"/>
          <p:nvPr/>
        </p:nvSpPr>
        <p:spPr>
          <a:xfrm rot="0">
            <a:off x="22071370" y="9269967"/>
            <a:ext cx="6643980" cy="809625"/>
          </a:xfrm>
          <a:prstGeom prst="rect">
            <a:avLst/>
          </a:prstGeom>
        </p:spPr>
        <p:txBody>
          <a:bodyPr anchor="t" rtlCol="false" tIns="0" lIns="0" bIns="0" rIns="0">
            <a:spAutoFit/>
          </a:bodyPr>
          <a:lstStyle/>
          <a:p>
            <a:pPr algn="ctr" marL="0" indent="0" lvl="0">
              <a:lnSpc>
                <a:spcPts val="6299"/>
              </a:lnSpc>
              <a:spcBef>
                <a:spcPct val="0"/>
              </a:spcBef>
            </a:pPr>
            <a:r>
              <a:rPr lang="en-US" b="true" sz="4500" strike="noStrike" u="none">
                <a:solidFill>
                  <a:srgbClr val="FFFFFF"/>
                </a:solidFill>
                <a:latin typeface="Poppins 2 Bold"/>
                <a:ea typeface="Poppins 2 Bold"/>
                <a:cs typeface="Poppins 2 Bold"/>
                <a:sym typeface="Poppins 2 Bold"/>
              </a:rPr>
              <a:t>Matriks Ketetanggaan</a:t>
            </a:r>
          </a:p>
        </p:txBody>
      </p:sp>
      <p:sp>
        <p:nvSpPr>
          <p:cNvPr name="TextBox 41" id="41"/>
          <p:cNvSpPr txBox="true"/>
          <p:nvPr/>
        </p:nvSpPr>
        <p:spPr>
          <a:xfrm rot="0">
            <a:off x="20417863" y="10582950"/>
            <a:ext cx="9863138" cy="2000250"/>
          </a:xfrm>
          <a:prstGeom prst="rect">
            <a:avLst/>
          </a:prstGeom>
        </p:spPr>
        <p:txBody>
          <a:bodyPr anchor="t" rtlCol="false" tIns="0" lIns="0" bIns="0" rIns="0">
            <a:spAutoFit/>
          </a:bodyPr>
          <a:lstStyle/>
          <a:p>
            <a:pPr algn="just" marL="0" indent="0" lvl="0">
              <a:lnSpc>
                <a:spcPts val="5250"/>
              </a:lnSpc>
              <a:spcBef>
                <a:spcPct val="0"/>
              </a:spcBef>
            </a:pPr>
            <a:r>
              <a:rPr lang="en-US" sz="3500" strike="noStrike" u="none">
                <a:solidFill>
                  <a:srgbClr val="FFFFFF"/>
                </a:solidFill>
                <a:latin typeface="Poppins 2"/>
                <a:ea typeface="Poppins 2"/>
                <a:cs typeface="Poppins 2"/>
                <a:sym typeface="Poppins 2"/>
              </a:rPr>
              <a:t>Seluruh jalur dihubungkan sebagai sisi graf berbobot positif yang merepresentasikan jarak aktual dalam satuan </a:t>
            </a:r>
            <a:r>
              <a:rPr lang="en-US" b="true" sz="3500" strike="noStrike" u="none">
                <a:solidFill>
                  <a:srgbClr val="FFFFFF"/>
                </a:solidFill>
                <a:latin typeface="Poppins 2 Bold"/>
                <a:ea typeface="Poppins 2 Bold"/>
                <a:cs typeface="Poppins 2 Bold"/>
                <a:sym typeface="Poppins 2 Bold"/>
              </a:rPr>
              <a:t>Meter</a:t>
            </a:r>
            <a:r>
              <a:rPr lang="en-US" sz="3500" strike="noStrike" u="none">
                <a:solidFill>
                  <a:srgbClr val="FFFFFF"/>
                </a:solidFill>
                <a:latin typeface="Poppins 2"/>
                <a:ea typeface="Poppins 2"/>
                <a:cs typeface="Poppins 2"/>
                <a:sym typeface="Poppins 2"/>
              </a:rPr>
              <a:t>.</a:t>
            </a:r>
          </a:p>
        </p:txBody>
      </p:sp>
      <p:sp>
        <p:nvSpPr>
          <p:cNvPr name="TextBox 42" id="42"/>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43" id="43"/>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07</a:t>
            </a:r>
          </a:p>
        </p:txBody>
      </p:sp>
      <p:sp>
        <p:nvSpPr>
          <p:cNvPr name="TextBox 44" id="44"/>
          <p:cNvSpPr txBox="true"/>
          <p:nvPr/>
        </p:nvSpPr>
        <p:spPr>
          <a:xfrm rot="0">
            <a:off x="1828800" y="1254975"/>
            <a:ext cx="18424807" cy="2800350"/>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Topolog</a:t>
            </a:r>
            <a:r>
              <a:rPr lang="en-US" b="true" sz="8999" strike="noStrike" u="none">
                <a:solidFill>
                  <a:srgbClr val="FFFFFF"/>
                </a:solidFill>
                <a:latin typeface="Poppins 2 Bold"/>
                <a:ea typeface="Poppins 2 Bold"/>
                <a:cs typeface="Poppins 2 Bold"/>
                <a:sym typeface="Poppins 2 Bold"/>
              </a:rPr>
              <a:t>i Ruang &amp; 11 </a:t>
            </a:r>
            <a:r>
              <a:rPr lang="en-US" b="true" sz="8999" strike="noStrike" u="none">
                <a:solidFill>
                  <a:srgbClr val="FFFFFF"/>
                </a:solidFill>
                <a:latin typeface="Poppins 2 Bold"/>
                <a:ea typeface="Poppins 2 Bold"/>
                <a:cs typeface="Poppins 2 Bold"/>
                <a:sym typeface="Poppins 2 Bold"/>
              </a:rPr>
              <a:t>Tit</a:t>
            </a:r>
            <a:r>
              <a:rPr lang="en-US" b="true" sz="8999" strike="noStrike" u="none">
                <a:solidFill>
                  <a:srgbClr val="FFFFFF"/>
                </a:solidFill>
                <a:latin typeface="Poppins 2 Bold"/>
                <a:ea typeface="Poppins 2 Bold"/>
                <a:cs typeface="Poppins 2 Bold"/>
                <a:sym typeface="Poppins 2 Bold"/>
              </a:rPr>
              <a:t>i</a:t>
            </a:r>
            <a:r>
              <a:rPr lang="en-US" b="true" sz="8999" strike="noStrike" u="none">
                <a:solidFill>
                  <a:srgbClr val="FFFFFF"/>
                </a:solidFill>
                <a:latin typeface="Poppins 2 Bold"/>
                <a:ea typeface="Poppins 2 Bold"/>
                <a:cs typeface="Poppins 2 Bold"/>
                <a:sym typeface="Poppins 2 Bold"/>
              </a:rPr>
              <a:t>k L</a:t>
            </a:r>
            <a:r>
              <a:rPr lang="en-US" b="true" sz="8999" strike="noStrike" u="none">
                <a:solidFill>
                  <a:srgbClr val="FFFFFF"/>
                </a:solidFill>
                <a:latin typeface="Poppins 2 Bold"/>
                <a:ea typeface="Poppins 2 Bold"/>
                <a:cs typeface="Poppins 2 Bold"/>
                <a:sym typeface="Poppins 2 Bold"/>
              </a:rPr>
              <a:t>o</a:t>
            </a:r>
            <a:r>
              <a:rPr lang="en-US" b="true" sz="8999" strike="noStrike" u="none">
                <a:solidFill>
                  <a:srgbClr val="FFFFFF"/>
                </a:solidFill>
                <a:latin typeface="Poppins 2 Bold"/>
                <a:ea typeface="Poppins 2 Bold"/>
                <a:cs typeface="Poppins 2 Bold"/>
                <a:sym typeface="Poppins 2 Bold"/>
              </a:rPr>
              <a:t>k</a:t>
            </a:r>
            <a:r>
              <a:rPr lang="en-US" b="true" sz="8999" strike="noStrike" u="none">
                <a:solidFill>
                  <a:srgbClr val="FFFFFF"/>
                </a:solidFill>
                <a:latin typeface="Poppins 2 Bold"/>
                <a:ea typeface="Poppins 2 Bold"/>
                <a:cs typeface="Poppins 2 Bold"/>
                <a:sym typeface="Poppins 2 Bold"/>
              </a:rPr>
              <a:t>a</a:t>
            </a:r>
            <a:r>
              <a:rPr lang="en-US" b="true" sz="8999" strike="noStrike" u="none">
                <a:solidFill>
                  <a:srgbClr val="FFFFFF"/>
                </a:solidFill>
                <a:latin typeface="Poppins 2 Bold"/>
                <a:ea typeface="Poppins 2 Bold"/>
                <a:cs typeface="Poppins 2 Bold"/>
                <a:sym typeface="Poppins 2 Bold"/>
              </a:rPr>
              <a:t>s</a:t>
            </a:r>
            <a:r>
              <a:rPr lang="en-US" b="true" sz="8999" strike="noStrike" u="none">
                <a:solidFill>
                  <a:srgbClr val="FFFFFF"/>
                </a:solidFill>
                <a:latin typeface="Poppins 2 Bold"/>
                <a:ea typeface="Poppins 2 Bold"/>
                <a:cs typeface="Poppins 2 Bold"/>
                <a:sym typeface="Poppins 2 Bold"/>
              </a:rPr>
              <a:t>i</a:t>
            </a:r>
            <a:r>
              <a:rPr lang="en-US" b="true" sz="8999" strike="noStrike" u="none">
                <a:solidFill>
                  <a:srgbClr val="FFFFFF"/>
                </a:solidFill>
                <a:latin typeface="Poppins 2 Bold"/>
                <a:ea typeface="Poppins 2 Bold"/>
                <a:cs typeface="Poppins 2 Bold"/>
                <a:sym typeface="Poppins 2 Bold"/>
              </a:rPr>
              <a:t> Kamp</a:t>
            </a:r>
            <a:r>
              <a:rPr lang="en-US" b="true" sz="8999" strike="noStrike" u="none">
                <a:solidFill>
                  <a:srgbClr val="FFFFFF"/>
                </a:solidFill>
                <a:latin typeface="Poppins 2 Bold"/>
                <a:ea typeface="Poppins 2 Bold"/>
                <a:cs typeface="Poppins 2 Bold"/>
                <a:sym typeface="Poppins 2 Bold"/>
              </a:rPr>
              <a:t>u</a:t>
            </a:r>
            <a:r>
              <a:rPr lang="en-US" b="true" sz="8999" strike="noStrike" u="none">
                <a:solidFill>
                  <a:srgbClr val="FFFFFF"/>
                </a:solidFill>
                <a:latin typeface="Poppins 2 Bold"/>
                <a:ea typeface="Poppins 2 Bold"/>
                <a:cs typeface="Poppins 2 Bold"/>
                <a:sym typeface="Poppins 2 Bold"/>
              </a:rPr>
              <a: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26916066" y="-108000"/>
            <a:ext cx="5933862" cy="5397000"/>
            <a:chOff x="0" y="0"/>
            <a:chExt cx="7911816" cy="7196000"/>
          </a:xfrm>
        </p:grpSpPr>
        <p:sp>
          <p:nvSpPr>
            <p:cNvPr name="Freeform 5" id="5"/>
            <p:cNvSpPr/>
            <p:nvPr/>
          </p:nvSpPr>
          <p:spPr>
            <a:xfrm flipH="false" flipV="false" rot="0">
              <a:off x="0" y="0"/>
              <a:ext cx="7911816" cy="7196000"/>
            </a:xfrm>
            <a:custGeom>
              <a:avLst/>
              <a:gdLst/>
              <a:ahLst/>
              <a:cxnLst/>
              <a:rect r="r" b="b" t="t" l="l"/>
              <a:pathLst>
                <a:path h="7196000" w="7911816">
                  <a:moveTo>
                    <a:pt x="0" y="0"/>
                  </a:moveTo>
                  <a:lnTo>
                    <a:pt x="7911816" y="0"/>
                  </a:lnTo>
                  <a:lnTo>
                    <a:pt x="7911816" y="7196000"/>
                  </a:lnTo>
                  <a:lnTo>
                    <a:pt x="0" y="7196000"/>
                  </a:lnTo>
                  <a:close/>
                </a:path>
              </a:pathLst>
            </a:custGeom>
            <a:blipFill>
              <a:blip r:embed="rId3"/>
              <a:stretch>
                <a:fillRect l="0" t="-57" r="0" b="-57"/>
              </a:stretch>
            </a:blipFill>
          </p:spPr>
        </p:sp>
      </p:grpSp>
      <p:grpSp>
        <p:nvGrpSpPr>
          <p:cNvPr name="Group 6" id="6"/>
          <p:cNvGrpSpPr/>
          <p:nvPr/>
        </p:nvGrpSpPr>
        <p:grpSpPr>
          <a:xfrm rot="0">
            <a:off x="26120061" y="1434000"/>
            <a:ext cx="1206069" cy="771000"/>
            <a:chOff x="0" y="0"/>
            <a:chExt cx="1608093" cy="1028000"/>
          </a:xfrm>
        </p:grpSpPr>
        <p:sp>
          <p:nvSpPr>
            <p:cNvPr name="Freeform 7" id="7"/>
            <p:cNvSpPr/>
            <p:nvPr/>
          </p:nvSpPr>
          <p:spPr>
            <a:xfrm flipH="false" flipV="false" rot="0">
              <a:off x="0" y="0"/>
              <a:ext cx="1608093" cy="1028000"/>
            </a:xfrm>
            <a:custGeom>
              <a:avLst/>
              <a:gdLst/>
              <a:ahLst/>
              <a:cxnLst/>
              <a:rect r="r" b="b" t="t" l="l"/>
              <a:pathLst>
                <a:path h="1028000" w="1608093">
                  <a:moveTo>
                    <a:pt x="0" y="0"/>
                  </a:moveTo>
                  <a:lnTo>
                    <a:pt x="1608093" y="0"/>
                  </a:lnTo>
                  <a:lnTo>
                    <a:pt x="1608093" y="1028000"/>
                  </a:lnTo>
                  <a:lnTo>
                    <a:pt x="0" y="1028000"/>
                  </a:lnTo>
                  <a:close/>
                </a:path>
              </a:pathLst>
            </a:custGeom>
            <a:blipFill>
              <a:blip r:embed="rId4"/>
              <a:stretch>
                <a:fillRect l="0" t="-57" r="0" b="-57"/>
              </a:stretch>
            </a:blipFill>
          </p:spPr>
        </p:sp>
      </p:grpSp>
      <p:grpSp>
        <p:nvGrpSpPr>
          <p:cNvPr name="Group 8" id="8"/>
          <p:cNvGrpSpPr/>
          <p:nvPr/>
        </p:nvGrpSpPr>
        <p:grpSpPr>
          <a:xfrm rot="0">
            <a:off x="26916066" y="3361500"/>
            <a:ext cx="2002075" cy="1927500"/>
            <a:chOff x="0" y="0"/>
            <a:chExt cx="2669434" cy="2570000"/>
          </a:xfrm>
        </p:grpSpPr>
        <p:sp>
          <p:nvSpPr>
            <p:cNvPr name="Freeform 9" id="9"/>
            <p:cNvSpPr/>
            <p:nvPr/>
          </p:nvSpPr>
          <p:spPr>
            <a:xfrm flipH="false" flipV="false" rot="0">
              <a:off x="0" y="0"/>
              <a:ext cx="2669434" cy="2570000"/>
            </a:xfrm>
            <a:custGeom>
              <a:avLst/>
              <a:gdLst/>
              <a:ahLst/>
              <a:cxnLst/>
              <a:rect r="r" b="b" t="t" l="l"/>
              <a:pathLst>
                <a:path h="2570000" w="2669434">
                  <a:moveTo>
                    <a:pt x="0" y="0"/>
                  </a:moveTo>
                  <a:lnTo>
                    <a:pt x="2669434" y="0"/>
                  </a:lnTo>
                  <a:lnTo>
                    <a:pt x="2669434" y="2570000"/>
                  </a:lnTo>
                  <a:lnTo>
                    <a:pt x="0" y="2570000"/>
                  </a:lnTo>
                  <a:close/>
                </a:path>
              </a:pathLst>
            </a:custGeom>
            <a:blipFill>
              <a:blip r:embed="rId5"/>
              <a:stretch>
                <a:fillRect l="0" t="-57" r="0" b="-57"/>
              </a:stretch>
            </a:blipFill>
          </p:spPr>
        </p:sp>
      </p:grpSp>
      <p:grpSp>
        <p:nvGrpSpPr>
          <p:cNvPr name="Group 10" id="10"/>
          <p:cNvGrpSpPr/>
          <p:nvPr/>
        </p:nvGrpSpPr>
        <p:grpSpPr>
          <a:xfrm rot="0">
            <a:off x="31643859" y="4132500"/>
            <a:ext cx="1206069" cy="2313000"/>
            <a:chOff x="0" y="0"/>
            <a:chExt cx="1608093" cy="3084000"/>
          </a:xfrm>
        </p:grpSpPr>
        <p:sp>
          <p:nvSpPr>
            <p:cNvPr name="Freeform 11" id="11"/>
            <p:cNvSpPr/>
            <p:nvPr/>
          </p:nvSpPr>
          <p:spPr>
            <a:xfrm flipH="false" flipV="false" rot="0">
              <a:off x="0" y="0"/>
              <a:ext cx="1608093" cy="3084000"/>
            </a:xfrm>
            <a:custGeom>
              <a:avLst/>
              <a:gdLst/>
              <a:ahLst/>
              <a:cxnLst/>
              <a:rect r="r" b="b" t="t" l="l"/>
              <a:pathLst>
                <a:path h="3084000" w="1608093">
                  <a:moveTo>
                    <a:pt x="0" y="0"/>
                  </a:moveTo>
                  <a:lnTo>
                    <a:pt x="1608093" y="0"/>
                  </a:lnTo>
                  <a:lnTo>
                    <a:pt x="1608093" y="3084000"/>
                  </a:lnTo>
                  <a:lnTo>
                    <a:pt x="0" y="3084000"/>
                  </a:lnTo>
                  <a:close/>
                </a:path>
              </a:pathLst>
            </a:custGeom>
            <a:blipFill>
              <a:blip r:embed="rId6"/>
              <a:stretch>
                <a:fillRect l="0" t="-57" r="0" b="-57"/>
              </a:stretch>
            </a:blipFill>
          </p:spPr>
        </p:sp>
      </p:grpSp>
      <p:grpSp>
        <p:nvGrpSpPr>
          <p:cNvPr name="Group 12" id="12"/>
          <p:cNvGrpSpPr/>
          <p:nvPr/>
        </p:nvGrpSpPr>
        <p:grpSpPr>
          <a:xfrm rot="0">
            <a:off x="-341103" y="11842500"/>
            <a:ext cx="7525873" cy="6553500"/>
            <a:chOff x="0" y="0"/>
            <a:chExt cx="10034498" cy="8738000"/>
          </a:xfrm>
        </p:grpSpPr>
        <p:sp>
          <p:nvSpPr>
            <p:cNvPr name="Freeform 13" id="13"/>
            <p:cNvSpPr/>
            <p:nvPr/>
          </p:nvSpPr>
          <p:spPr>
            <a:xfrm flipH="false" flipV="false" rot="0">
              <a:off x="0" y="0"/>
              <a:ext cx="10034498" cy="8738000"/>
            </a:xfrm>
            <a:custGeom>
              <a:avLst/>
              <a:gdLst/>
              <a:ahLst/>
              <a:cxnLst/>
              <a:rect r="r" b="b" t="t" l="l"/>
              <a:pathLst>
                <a:path h="8738000" w="10034498">
                  <a:moveTo>
                    <a:pt x="0" y="0"/>
                  </a:moveTo>
                  <a:lnTo>
                    <a:pt x="10034498" y="0"/>
                  </a:lnTo>
                  <a:lnTo>
                    <a:pt x="10034498" y="8738000"/>
                  </a:lnTo>
                  <a:lnTo>
                    <a:pt x="0" y="8738000"/>
                  </a:lnTo>
                  <a:close/>
                </a:path>
              </a:pathLst>
            </a:custGeom>
            <a:blipFill>
              <a:blip r:embed="rId7"/>
              <a:stretch>
                <a:fillRect l="0" t="-57" r="0" b="-57"/>
              </a:stretch>
            </a:blipFill>
          </p:spPr>
        </p:sp>
      </p:grpSp>
      <p:grpSp>
        <p:nvGrpSpPr>
          <p:cNvPr name="Group 14" id="14"/>
          <p:cNvGrpSpPr/>
          <p:nvPr/>
        </p:nvGrpSpPr>
        <p:grpSpPr>
          <a:xfrm rot="0">
            <a:off x="44839" y="11457000"/>
            <a:ext cx="1206069" cy="1542000"/>
            <a:chOff x="0" y="0"/>
            <a:chExt cx="1608093" cy="2056000"/>
          </a:xfrm>
        </p:grpSpPr>
        <p:sp>
          <p:nvSpPr>
            <p:cNvPr name="Freeform 15" id="15"/>
            <p:cNvSpPr/>
            <p:nvPr/>
          </p:nvSpPr>
          <p:spPr>
            <a:xfrm flipH="false" flipV="false" rot="0">
              <a:off x="0" y="0"/>
              <a:ext cx="1608093" cy="2056000"/>
            </a:xfrm>
            <a:custGeom>
              <a:avLst/>
              <a:gdLst/>
              <a:ahLst/>
              <a:cxnLst/>
              <a:rect r="r" b="b" t="t" l="l"/>
              <a:pathLst>
                <a:path h="2056000" w="1608093">
                  <a:moveTo>
                    <a:pt x="0" y="0"/>
                  </a:moveTo>
                  <a:lnTo>
                    <a:pt x="1608093" y="0"/>
                  </a:lnTo>
                  <a:lnTo>
                    <a:pt x="1608093" y="2056000"/>
                  </a:lnTo>
                  <a:lnTo>
                    <a:pt x="0" y="2056000"/>
                  </a:lnTo>
                  <a:close/>
                </a:path>
              </a:pathLst>
            </a:custGeom>
            <a:blipFill>
              <a:blip r:embed="rId8"/>
              <a:stretch>
                <a:fillRect l="0" t="-57" r="0" b="-57"/>
              </a:stretch>
            </a:blipFill>
          </p:spPr>
        </p:sp>
      </p:grpSp>
      <p:grpSp>
        <p:nvGrpSpPr>
          <p:cNvPr name="Group 16" id="16"/>
          <p:cNvGrpSpPr/>
          <p:nvPr/>
        </p:nvGrpSpPr>
        <p:grpSpPr>
          <a:xfrm rot="0">
            <a:off x="5568637" y="15697500"/>
            <a:ext cx="1206069" cy="1156500"/>
            <a:chOff x="0" y="0"/>
            <a:chExt cx="1608093" cy="1542000"/>
          </a:xfrm>
        </p:grpSpPr>
        <p:sp>
          <p:nvSpPr>
            <p:cNvPr name="Freeform 17" id="17"/>
            <p:cNvSpPr/>
            <p:nvPr/>
          </p:nvSpPr>
          <p:spPr>
            <a:xfrm flipH="false" flipV="false" rot="0">
              <a:off x="0" y="0"/>
              <a:ext cx="1608093" cy="1542000"/>
            </a:xfrm>
            <a:custGeom>
              <a:avLst/>
              <a:gdLst/>
              <a:ahLst/>
              <a:cxnLst/>
              <a:rect r="r" b="b" t="t" l="l"/>
              <a:pathLst>
                <a:path h="1542000" w="1608093">
                  <a:moveTo>
                    <a:pt x="0" y="0"/>
                  </a:moveTo>
                  <a:lnTo>
                    <a:pt x="1608093" y="0"/>
                  </a:lnTo>
                  <a:lnTo>
                    <a:pt x="1608093" y="1542000"/>
                  </a:lnTo>
                  <a:lnTo>
                    <a:pt x="0" y="1542000"/>
                  </a:lnTo>
                  <a:close/>
                </a:path>
              </a:pathLst>
            </a:custGeom>
            <a:blipFill>
              <a:blip r:embed="rId9"/>
              <a:stretch>
                <a:fillRect l="0" t="-57" r="0" b="-57"/>
              </a:stretch>
            </a:blipFill>
          </p:spPr>
        </p:sp>
      </p:grpSp>
      <p:grpSp>
        <p:nvGrpSpPr>
          <p:cNvPr name="Group 18" id="18"/>
          <p:cNvGrpSpPr/>
          <p:nvPr/>
        </p:nvGrpSpPr>
        <p:grpSpPr>
          <a:xfrm rot="0">
            <a:off x="1612729" y="5289000"/>
            <a:ext cx="29283366" cy="5397000"/>
            <a:chOff x="0" y="0"/>
            <a:chExt cx="39044488" cy="7196000"/>
          </a:xfrm>
        </p:grpSpPr>
        <p:sp>
          <p:nvSpPr>
            <p:cNvPr name="Freeform 19" id="19"/>
            <p:cNvSpPr/>
            <p:nvPr/>
          </p:nvSpPr>
          <p:spPr>
            <a:xfrm flipH="false" flipV="false" rot="0">
              <a:off x="0" y="0"/>
              <a:ext cx="39044488" cy="7196000"/>
            </a:xfrm>
            <a:custGeom>
              <a:avLst/>
              <a:gdLst/>
              <a:ahLst/>
              <a:cxnLst/>
              <a:rect r="r" b="b" t="t" l="l"/>
              <a:pathLst>
                <a:path h="7196000" w="39044488">
                  <a:moveTo>
                    <a:pt x="0" y="0"/>
                  </a:moveTo>
                  <a:lnTo>
                    <a:pt x="39044488" y="0"/>
                  </a:lnTo>
                  <a:lnTo>
                    <a:pt x="39044488" y="7196000"/>
                  </a:lnTo>
                  <a:lnTo>
                    <a:pt x="0" y="7196000"/>
                  </a:lnTo>
                  <a:close/>
                </a:path>
              </a:pathLst>
            </a:custGeom>
            <a:blipFill>
              <a:blip r:embed="rId10"/>
              <a:stretch>
                <a:fillRect l="-87" t="0" r="-87" b="0"/>
              </a:stretch>
            </a:blipFill>
          </p:spPr>
        </p:sp>
      </p:grpSp>
      <p:sp>
        <p:nvSpPr>
          <p:cNvPr name="TextBox 20" id="20"/>
          <p:cNvSpPr txBox="true"/>
          <p:nvPr/>
        </p:nvSpPr>
        <p:spPr>
          <a:xfrm rot="0">
            <a:off x="5133975" y="6324600"/>
            <a:ext cx="10673780" cy="733425"/>
          </a:xfrm>
          <a:prstGeom prst="rect">
            <a:avLst/>
          </a:prstGeom>
        </p:spPr>
        <p:txBody>
          <a:bodyPr anchor="t" rtlCol="false" tIns="0" lIns="0" bIns="0" rIns="0">
            <a:spAutoFit/>
          </a:bodyPr>
          <a:lstStyle/>
          <a:p>
            <a:pPr algn="l" marL="0" indent="0" lvl="0">
              <a:lnSpc>
                <a:spcPts val="5400"/>
              </a:lnSpc>
              <a:spcBef>
                <a:spcPct val="0"/>
              </a:spcBef>
            </a:pPr>
            <a:r>
              <a:rPr lang="en-US" b="true" sz="4500" strike="noStrike" u="none">
                <a:solidFill>
                  <a:srgbClr val="FFFFFF"/>
                </a:solidFill>
                <a:latin typeface="Poppins 2 Bold"/>
                <a:ea typeface="Poppins 2 Bold"/>
                <a:cs typeface="Poppins 2 Bold"/>
                <a:sym typeface="Poppins 2 Bold"/>
              </a:rPr>
              <a:t>Singly Linked List (Katalog Fasilitas)</a:t>
            </a:r>
          </a:p>
        </p:txBody>
      </p:sp>
      <p:sp>
        <p:nvSpPr>
          <p:cNvPr name="TextBox 21" id="21"/>
          <p:cNvSpPr txBox="true"/>
          <p:nvPr/>
        </p:nvSpPr>
        <p:spPr>
          <a:xfrm rot="0">
            <a:off x="5133975" y="7496175"/>
            <a:ext cx="24437852" cy="2000250"/>
          </a:xfrm>
          <a:prstGeom prst="rect">
            <a:avLst/>
          </a:prstGeom>
        </p:spPr>
        <p:txBody>
          <a:bodyPr anchor="t" rtlCol="false" tIns="0" lIns="0" bIns="0" rIns="0">
            <a:spAutoFit/>
          </a:bodyPr>
          <a:lstStyle/>
          <a:p>
            <a:pPr algn="just" marL="0" indent="0" lvl="0">
              <a:lnSpc>
                <a:spcPts val="5250"/>
              </a:lnSpc>
            </a:pPr>
            <a:r>
              <a:rPr lang="en-US" sz="3500" strike="noStrike" u="none">
                <a:solidFill>
                  <a:srgbClr val="FFFFFF"/>
                </a:solidFill>
                <a:latin typeface="Poppins 2"/>
                <a:ea typeface="Poppins 2"/>
                <a:cs typeface="Poppins 2"/>
                <a:sym typeface="Poppins 2"/>
              </a:rPr>
              <a:t>Dipilih mutlak karena sifat alokasi memori dinamisnya (runtime allocation). Menghindari pemesanan blok memori statis kaku dari Array biasa, mencegah error overflow, dan mengalokasikan data baru secara efisien hanya saat entitas ditambahkan.</a:t>
            </a:r>
          </a:p>
        </p:txBody>
      </p:sp>
      <p:grpSp>
        <p:nvGrpSpPr>
          <p:cNvPr name="Group 22" id="22"/>
          <p:cNvGrpSpPr/>
          <p:nvPr/>
        </p:nvGrpSpPr>
        <p:grpSpPr>
          <a:xfrm rot="0">
            <a:off x="1612729" y="10686000"/>
            <a:ext cx="29283366" cy="5397000"/>
            <a:chOff x="0" y="0"/>
            <a:chExt cx="39044488" cy="7196000"/>
          </a:xfrm>
        </p:grpSpPr>
        <p:sp>
          <p:nvSpPr>
            <p:cNvPr name="Freeform 23" id="23"/>
            <p:cNvSpPr/>
            <p:nvPr/>
          </p:nvSpPr>
          <p:spPr>
            <a:xfrm flipH="false" flipV="false" rot="0">
              <a:off x="0" y="0"/>
              <a:ext cx="39044488" cy="7196000"/>
            </a:xfrm>
            <a:custGeom>
              <a:avLst/>
              <a:gdLst/>
              <a:ahLst/>
              <a:cxnLst/>
              <a:rect r="r" b="b" t="t" l="l"/>
              <a:pathLst>
                <a:path h="7196000" w="39044488">
                  <a:moveTo>
                    <a:pt x="0" y="0"/>
                  </a:moveTo>
                  <a:lnTo>
                    <a:pt x="39044488" y="0"/>
                  </a:lnTo>
                  <a:lnTo>
                    <a:pt x="39044488" y="7196000"/>
                  </a:lnTo>
                  <a:lnTo>
                    <a:pt x="0" y="7196000"/>
                  </a:lnTo>
                  <a:close/>
                </a:path>
              </a:pathLst>
            </a:custGeom>
            <a:blipFill>
              <a:blip r:embed="rId11"/>
              <a:stretch>
                <a:fillRect l="-87" t="0" r="-87" b="0"/>
              </a:stretch>
            </a:blipFill>
          </p:spPr>
        </p:sp>
      </p:grpSp>
      <p:sp>
        <p:nvSpPr>
          <p:cNvPr name="TextBox 24" id="24"/>
          <p:cNvSpPr txBox="true"/>
          <p:nvPr/>
        </p:nvSpPr>
        <p:spPr>
          <a:xfrm rot="0">
            <a:off x="5133975" y="11677650"/>
            <a:ext cx="16535400" cy="733425"/>
          </a:xfrm>
          <a:prstGeom prst="rect">
            <a:avLst/>
          </a:prstGeom>
        </p:spPr>
        <p:txBody>
          <a:bodyPr anchor="t" rtlCol="false" tIns="0" lIns="0" bIns="0" rIns="0">
            <a:spAutoFit/>
          </a:bodyPr>
          <a:lstStyle/>
          <a:p>
            <a:pPr algn="l" marL="0" indent="0" lvl="0">
              <a:lnSpc>
                <a:spcPts val="5400"/>
              </a:lnSpc>
              <a:spcBef>
                <a:spcPct val="0"/>
              </a:spcBef>
            </a:pPr>
            <a:r>
              <a:rPr lang="en-US" b="true" sz="4500" strike="noStrike" u="none">
                <a:solidFill>
                  <a:srgbClr val="FFFFFF"/>
                </a:solidFill>
                <a:latin typeface="Poppins 2 Bold"/>
                <a:ea typeface="Poppins 2 Bold"/>
                <a:cs typeface="Poppins 2 Bold"/>
                <a:sym typeface="Poppins 2 Bold"/>
              </a:rPr>
              <a:t>Queue Berbasis Pointer (Antrean Layanan)</a:t>
            </a:r>
          </a:p>
        </p:txBody>
      </p:sp>
      <p:sp>
        <p:nvSpPr>
          <p:cNvPr name="TextBox 25" id="25"/>
          <p:cNvSpPr txBox="true"/>
          <p:nvPr/>
        </p:nvSpPr>
        <p:spPr>
          <a:xfrm rot="0">
            <a:off x="5133975" y="12811125"/>
            <a:ext cx="24437852" cy="2000250"/>
          </a:xfrm>
          <a:prstGeom prst="rect">
            <a:avLst/>
          </a:prstGeom>
        </p:spPr>
        <p:txBody>
          <a:bodyPr anchor="t" rtlCol="false" tIns="0" lIns="0" bIns="0" rIns="0">
            <a:spAutoFit/>
          </a:bodyPr>
          <a:lstStyle/>
          <a:p>
            <a:pPr algn="just" marL="0" indent="0" lvl="0">
              <a:lnSpc>
                <a:spcPts val="5250"/>
              </a:lnSpc>
            </a:pPr>
            <a:r>
              <a:rPr lang="en-US" sz="3500" strike="noStrike" u="none">
                <a:solidFill>
                  <a:srgbClr val="FFFFFF"/>
                </a:solidFill>
                <a:latin typeface="Poppins 2"/>
                <a:ea typeface="Poppins 2"/>
                <a:cs typeface="Poppins 2"/>
                <a:sym typeface="Poppins 2"/>
              </a:rPr>
              <a:t>Model matematis paling presisi untuk antrean loket dunia nyata berbasis prinsip FIFO (First-In, First-Out). Menjamin keadilan (fairness) pada data posisi frontQueue akan diproses terlebih dahulu untuk mencegah fenomena starvation (penundaan pemrosesan </a:t>
            </a:r>
            <a:r>
              <a:rPr lang="en-US" sz="3500" strike="noStrike" u="none">
                <a:solidFill>
                  <a:srgbClr val="FFFFFF"/>
                </a:solidFill>
                <a:latin typeface="Poppins 2"/>
                <a:ea typeface="Poppins 2"/>
                <a:cs typeface="Poppins 2"/>
                <a:sym typeface="Poppins 2"/>
              </a:rPr>
              <a:t>data</a:t>
            </a:r>
            <a:r>
              <a:rPr lang="en-US" sz="3500" strike="noStrike" u="none">
                <a:solidFill>
                  <a:srgbClr val="FFFFFF"/>
                </a:solidFill>
                <a:latin typeface="Poppins 2"/>
                <a:ea typeface="Poppins 2"/>
                <a:cs typeface="Poppins 2"/>
                <a:sym typeface="Poppins 2"/>
              </a:rPr>
              <a:t>).</a:t>
            </a:r>
          </a:p>
        </p:txBody>
      </p:sp>
      <p:sp>
        <p:nvSpPr>
          <p:cNvPr name="TextBox 26" id="26"/>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27" id="27"/>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08</a:t>
            </a:r>
          </a:p>
        </p:txBody>
      </p:sp>
      <p:sp>
        <p:nvSpPr>
          <p:cNvPr name="AutoShape 28" id="28"/>
          <p:cNvSpPr/>
          <p:nvPr/>
        </p:nvSpPr>
        <p:spPr>
          <a:xfrm>
            <a:off x="1228725" y="16849725"/>
            <a:ext cx="30060900" cy="0"/>
          </a:xfrm>
          <a:prstGeom prst="line">
            <a:avLst/>
          </a:prstGeom>
          <a:ln cap="flat" w="19050">
            <a:solidFill>
              <a:srgbClr val="00C2CB"/>
            </a:solidFill>
            <a:prstDash val="solid"/>
            <a:headEnd type="none" len="sm" w="sm"/>
            <a:tailEnd type="none" len="sm" w="sm"/>
          </a:ln>
        </p:spPr>
      </p:sp>
      <p:sp>
        <p:nvSpPr>
          <p:cNvPr name="TextBox 29" id="29"/>
          <p:cNvSpPr txBox="true"/>
          <p:nvPr/>
        </p:nvSpPr>
        <p:spPr>
          <a:xfrm rot="0">
            <a:off x="1828800" y="1254975"/>
            <a:ext cx="18424807" cy="2800350"/>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Komb</a:t>
            </a:r>
            <a:r>
              <a:rPr lang="en-US" b="true" sz="8999" strike="noStrike" u="none">
                <a:solidFill>
                  <a:srgbClr val="FFFFFF"/>
                </a:solidFill>
                <a:latin typeface="Poppins 2 Bold"/>
                <a:ea typeface="Poppins 2 Bold"/>
                <a:cs typeface="Poppins 2 Bold"/>
                <a:sym typeface="Poppins 2 Bold"/>
              </a:rPr>
              <a:t>inasi St</a:t>
            </a:r>
            <a:r>
              <a:rPr lang="en-US" b="true" sz="8999" strike="noStrike" u="none">
                <a:solidFill>
                  <a:srgbClr val="FFFFFF"/>
                </a:solidFill>
                <a:latin typeface="Poppins 2 Bold"/>
                <a:ea typeface="Poppins 2 Bold"/>
                <a:cs typeface="Poppins 2 Bold"/>
                <a:sym typeface="Poppins 2 Bold"/>
              </a:rPr>
              <a:t>ru</a:t>
            </a:r>
            <a:r>
              <a:rPr lang="en-US" b="true" sz="8999" strike="noStrike" u="none">
                <a:solidFill>
                  <a:srgbClr val="FFFFFF"/>
                </a:solidFill>
                <a:latin typeface="Poppins 2 Bold"/>
                <a:ea typeface="Poppins 2 Bold"/>
                <a:cs typeface="Poppins 2 Bold"/>
                <a:sym typeface="Poppins 2 Bold"/>
              </a:rPr>
              <a:t>k</a:t>
            </a:r>
            <a:r>
              <a:rPr lang="en-US" b="true" sz="8999" strike="noStrike" u="none">
                <a:solidFill>
                  <a:srgbClr val="FFFFFF"/>
                </a:solidFill>
                <a:latin typeface="Poppins 2 Bold"/>
                <a:ea typeface="Poppins 2 Bold"/>
                <a:cs typeface="Poppins 2 Bold"/>
                <a:sym typeface="Poppins 2 Bold"/>
              </a:rPr>
              <a:t>tur</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D</a:t>
            </a:r>
            <a:r>
              <a:rPr lang="en-US" b="true" sz="8999" strike="noStrike" u="none">
                <a:solidFill>
                  <a:srgbClr val="FFFFFF"/>
                </a:solidFill>
                <a:latin typeface="Poppins 2 Bold"/>
                <a:ea typeface="Poppins 2 Bold"/>
                <a:cs typeface="Poppins 2 Bold"/>
                <a:sym typeface="Poppins 2 Bold"/>
              </a:rPr>
              <a:t>ata</a:t>
            </a:r>
            <a:r>
              <a:rPr lang="en-US" b="true" sz="8999" strike="noStrike" u="none">
                <a:solidFill>
                  <a:srgbClr val="FFFFFF"/>
                </a:solidFill>
                <a:latin typeface="Poppins 2 Bold"/>
                <a:ea typeface="Poppins 2 Bold"/>
                <a:cs typeface="Poppins 2 Bold"/>
                <a:sym typeface="Poppins 2 Bold"/>
              </a:rPr>
              <a:t> Penduk</a:t>
            </a:r>
            <a:r>
              <a:rPr lang="en-US" b="true" sz="8999" strike="noStrike" u="none">
                <a:solidFill>
                  <a:srgbClr val="FFFFFF"/>
                </a:solidFill>
                <a:latin typeface="Poppins 2 Bold"/>
                <a:ea typeface="Poppins 2 Bold"/>
                <a:cs typeface="Poppins 2 Bold"/>
                <a:sym typeface="Poppins 2 Bold"/>
              </a:rPr>
              <a:t>ung</a:t>
            </a:r>
          </a:p>
        </p:txBody>
      </p:sp>
      <p:grpSp>
        <p:nvGrpSpPr>
          <p:cNvPr name="Group 30" id="30"/>
          <p:cNvGrpSpPr/>
          <p:nvPr/>
        </p:nvGrpSpPr>
        <p:grpSpPr>
          <a:xfrm rot="0">
            <a:off x="1212566" y="1270008"/>
            <a:ext cx="222500" cy="2785318"/>
            <a:chOff x="0" y="0"/>
            <a:chExt cx="357657" cy="4477257"/>
          </a:xfrm>
        </p:grpSpPr>
        <p:sp>
          <p:nvSpPr>
            <p:cNvPr name="Freeform 31" id="31"/>
            <p:cNvSpPr/>
            <p:nvPr/>
          </p:nvSpPr>
          <p:spPr>
            <a:xfrm flipH="false" flipV="false" rot="0">
              <a:off x="0" y="0"/>
              <a:ext cx="357657" cy="4477257"/>
            </a:xfrm>
            <a:custGeom>
              <a:avLst/>
              <a:gdLst/>
              <a:ahLst/>
              <a:cxnLst/>
              <a:rect r="r" b="b" t="t" l="l"/>
              <a:pathLst>
                <a:path h="4477257" w="357657">
                  <a:moveTo>
                    <a:pt x="0" y="0"/>
                  </a:moveTo>
                  <a:lnTo>
                    <a:pt x="357657" y="0"/>
                  </a:lnTo>
                  <a:lnTo>
                    <a:pt x="357657" y="4477257"/>
                  </a:lnTo>
                  <a:lnTo>
                    <a:pt x="0" y="4477257"/>
                  </a:lnTo>
                  <a:close/>
                </a:path>
              </a:pathLst>
            </a:custGeom>
            <a:blipFill>
              <a:blip r:embed="rId12"/>
              <a:stretch>
                <a:fillRect l="-83006" t="0" r="-83006" b="0"/>
              </a:stretch>
            </a:blipFill>
          </p:spPr>
        </p:sp>
      </p:grpSp>
      <p:sp>
        <p:nvSpPr>
          <p:cNvPr name="Freeform 32" id="32"/>
          <p:cNvSpPr/>
          <p:nvPr/>
        </p:nvSpPr>
        <p:spPr>
          <a:xfrm flipH="false" flipV="false" rot="0">
            <a:off x="3200400" y="6057900"/>
            <a:ext cx="1524000" cy="1524000"/>
          </a:xfrm>
          <a:custGeom>
            <a:avLst/>
            <a:gdLst/>
            <a:ahLst/>
            <a:cxnLst/>
            <a:rect r="r" b="b" t="t" l="l"/>
            <a:pathLst>
              <a:path h="1524000" w="1524000">
                <a:moveTo>
                  <a:pt x="0" y="0"/>
                </a:moveTo>
                <a:lnTo>
                  <a:pt x="1524000" y="0"/>
                </a:lnTo>
                <a:lnTo>
                  <a:pt x="1524000" y="1524000"/>
                </a:lnTo>
                <a:lnTo>
                  <a:pt x="0" y="1524000"/>
                </a:lnTo>
                <a:lnTo>
                  <a:pt x="0" y="0"/>
                </a:lnTo>
                <a:close/>
              </a:path>
            </a:pathLst>
          </a:custGeom>
          <a:blipFill>
            <a:blip r:embed="rId13"/>
            <a:stretch>
              <a:fillRect l="0" t="0" r="0" b="0"/>
            </a:stretch>
          </a:blipFill>
        </p:spPr>
      </p:sp>
      <p:sp>
        <p:nvSpPr>
          <p:cNvPr name="Freeform 33" id="33"/>
          <p:cNvSpPr/>
          <p:nvPr/>
        </p:nvSpPr>
        <p:spPr>
          <a:xfrm flipH="false" flipV="false" rot="0">
            <a:off x="3200400" y="11458575"/>
            <a:ext cx="1524000" cy="1524000"/>
          </a:xfrm>
          <a:custGeom>
            <a:avLst/>
            <a:gdLst/>
            <a:ahLst/>
            <a:cxnLst/>
            <a:rect r="r" b="b" t="t" l="l"/>
            <a:pathLst>
              <a:path h="1524000" w="1524000">
                <a:moveTo>
                  <a:pt x="0" y="0"/>
                </a:moveTo>
                <a:lnTo>
                  <a:pt x="1524000" y="0"/>
                </a:lnTo>
                <a:lnTo>
                  <a:pt x="1524000" y="1524000"/>
                </a:lnTo>
                <a:lnTo>
                  <a:pt x="0" y="1524000"/>
                </a:lnTo>
                <a:lnTo>
                  <a:pt x="0" y="0"/>
                </a:lnTo>
                <a:close/>
              </a:path>
            </a:pathLst>
          </a:custGeom>
          <a:blipFill>
            <a:blip r:embed="rId1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26916066" y="-108000"/>
            <a:ext cx="5933862" cy="5397000"/>
            <a:chOff x="0" y="0"/>
            <a:chExt cx="7911816" cy="7196000"/>
          </a:xfrm>
        </p:grpSpPr>
        <p:sp>
          <p:nvSpPr>
            <p:cNvPr name="Freeform 5" id="5"/>
            <p:cNvSpPr/>
            <p:nvPr/>
          </p:nvSpPr>
          <p:spPr>
            <a:xfrm flipH="false" flipV="false" rot="0">
              <a:off x="0" y="0"/>
              <a:ext cx="7911816" cy="7196000"/>
            </a:xfrm>
            <a:custGeom>
              <a:avLst/>
              <a:gdLst/>
              <a:ahLst/>
              <a:cxnLst/>
              <a:rect r="r" b="b" t="t" l="l"/>
              <a:pathLst>
                <a:path h="7196000" w="7911816">
                  <a:moveTo>
                    <a:pt x="0" y="0"/>
                  </a:moveTo>
                  <a:lnTo>
                    <a:pt x="7911816" y="0"/>
                  </a:lnTo>
                  <a:lnTo>
                    <a:pt x="7911816" y="7196000"/>
                  </a:lnTo>
                  <a:lnTo>
                    <a:pt x="0" y="7196000"/>
                  </a:lnTo>
                  <a:close/>
                </a:path>
              </a:pathLst>
            </a:custGeom>
            <a:blipFill>
              <a:blip r:embed="rId3"/>
              <a:stretch>
                <a:fillRect l="0" t="-57" r="0" b="-57"/>
              </a:stretch>
            </a:blipFill>
          </p:spPr>
        </p:sp>
      </p:grpSp>
      <p:grpSp>
        <p:nvGrpSpPr>
          <p:cNvPr name="Group 6" id="6"/>
          <p:cNvGrpSpPr/>
          <p:nvPr/>
        </p:nvGrpSpPr>
        <p:grpSpPr>
          <a:xfrm rot="0">
            <a:off x="26120061" y="1434000"/>
            <a:ext cx="1206069" cy="771000"/>
            <a:chOff x="0" y="0"/>
            <a:chExt cx="1608093" cy="1028000"/>
          </a:xfrm>
        </p:grpSpPr>
        <p:sp>
          <p:nvSpPr>
            <p:cNvPr name="Freeform 7" id="7"/>
            <p:cNvSpPr/>
            <p:nvPr/>
          </p:nvSpPr>
          <p:spPr>
            <a:xfrm flipH="false" flipV="false" rot="0">
              <a:off x="0" y="0"/>
              <a:ext cx="1608093" cy="1028000"/>
            </a:xfrm>
            <a:custGeom>
              <a:avLst/>
              <a:gdLst/>
              <a:ahLst/>
              <a:cxnLst/>
              <a:rect r="r" b="b" t="t" l="l"/>
              <a:pathLst>
                <a:path h="1028000" w="1608093">
                  <a:moveTo>
                    <a:pt x="0" y="0"/>
                  </a:moveTo>
                  <a:lnTo>
                    <a:pt x="1608093" y="0"/>
                  </a:lnTo>
                  <a:lnTo>
                    <a:pt x="1608093" y="1028000"/>
                  </a:lnTo>
                  <a:lnTo>
                    <a:pt x="0" y="1028000"/>
                  </a:lnTo>
                  <a:close/>
                </a:path>
              </a:pathLst>
            </a:custGeom>
            <a:blipFill>
              <a:blip r:embed="rId4"/>
              <a:stretch>
                <a:fillRect l="0" t="-57" r="0" b="-57"/>
              </a:stretch>
            </a:blipFill>
          </p:spPr>
        </p:sp>
      </p:grpSp>
      <p:grpSp>
        <p:nvGrpSpPr>
          <p:cNvPr name="Group 8" id="8"/>
          <p:cNvGrpSpPr/>
          <p:nvPr/>
        </p:nvGrpSpPr>
        <p:grpSpPr>
          <a:xfrm rot="0">
            <a:off x="26916066" y="3361500"/>
            <a:ext cx="2002075" cy="1927500"/>
            <a:chOff x="0" y="0"/>
            <a:chExt cx="2669434" cy="2570000"/>
          </a:xfrm>
        </p:grpSpPr>
        <p:sp>
          <p:nvSpPr>
            <p:cNvPr name="Freeform 9" id="9"/>
            <p:cNvSpPr/>
            <p:nvPr/>
          </p:nvSpPr>
          <p:spPr>
            <a:xfrm flipH="false" flipV="false" rot="0">
              <a:off x="0" y="0"/>
              <a:ext cx="2669434" cy="2570000"/>
            </a:xfrm>
            <a:custGeom>
              <a:avLst/>
              <a:gdLst/>
              <a:ahLst/>
              <a:cxnLst/>
              <a:rect r="r" b="b" t="t" l="l"/>
              <a:pathLst>
                <a:path h="2570000" w="2669434">
                  <a:moveTo>
                    <a:pt x="0" y="0"/>
                  </a:moveTo>
                  <a:lnTo>
                    <a:pt x="2669434" y="0"/>
                  </a:lnTo>
                  <a:lnTo>
                    <a:pt x="2669434" y="2570000"/>
                  </a:lnTo>
                  <a:lnTo>
                    <a:pt x="0" y="2570000"/>
                  </a:lnTo>
                  <a:close/>
                </a:path>
              </a:pathLst>
            </a:custGeom>
            <a:blipFill>
              <a:blip r:embed="rId5"/>
              <a:stretch>
                <a:fillRect l="0" t="-57" r="0" b="-57"/>
              </a:stretch>
            </a:blipFill>
          </p:spPr>
        </p:sp>
      </p:grpSp>
      <p:grpSp>
        <p:nvGrpSpPr>
          <p:cNvPr name="Group 10" id="10"/>
          <p:cNvGrpSpPr/>
          <p:nvPr/>
        </p:nvGrpSpPr>
        <p:grpSpPr>
          <a:xfrm rot="0">
            <a:off x="31643859" y="4132500"/>
            <a:ext cx="1206069" cy="2313000"/>
            <a:chOff x="0" y="0"/>
            <a:chExt cx="1608093" cy="3084000"/>
          </a:xfrm>
        </p:grpSpPr>
        <p:sp>
          <p:nvSpPr>
            <p:cNvPr name="Freeform 11" id="11"/>
            <p:cNvSpPr/>
            <p:nvPr/>
          </p:nvSpPr>
          <p:spPr>
            <a:xfrm flipH="false" flipV="false" rot="0">
              <a:off x="0" y="0"/>
              <a:ext cx="1608093" cy="3084000"/>
            </a:xfrm>
            <a:custGeom>
              <a:avLst/>
              <a:gdLst/>
              <a:ahLst/>
              <a:cxnLst/>
              <a:rect r="r" b="b" t="t" l="l"/>
              <a:pathLst>
                <a:path h="3084000" w="1608093">
                  <a:moveTo>
                    <a:pt x="0" y="0"/>
                  </a:moveTo>
                  <a:lnTo>
                    <a:pt x="1608093" y="0"/>
                  </a:lnTo>
                  <a:lnTo>
                    <a:pt x="1608093" y="3084000"/>
                  </a:lnTo>
                  <a:lnTo>
                    <a:pt x="0" y="3084000"/>
                  </a:lnTo>
                  <a:close/>
                </a:path>
              </a:pathLst>
            </a:custGeom>
            <a:blipFill>
              <a:blip r:embed="rId6"/>
              <a:stretch>
                <a:fillRect l="0" t="-57" r="0" b="-57"/>
              </a:stretch>
            </a:blipFill>
          </p:spPr>
        </p:sp>
      </p:grpSp>
      <p:grpSp>
        <p:nvGrpSpPr>
          <p:cNvPr name="Group 12" id="12"/>
          <p:cNvGrpSpPr/>
          <p:nvPr/>
        </p:nvGrpSpPr>
        <p:grpSpPr>
          <a:xfrm rot="0">
            <a:off x="-341103" y="11842500"/>
            <a:ext cx="7525873" cy="6553500"/>
            <a:chOff x="0" y="0"/>
            <a:chExt cx="10034498" cy="8738000"/>
          </a:xfrm>
        </p:grpSpPr>
        <p:sp>
          <p:nvSpPr>
            <p:cNvPr name="Freeform 13" id="13"/>
            <p:cNvSpPr/>
            <p:nvPr/>
          </p:nvSpPr>
          <p:spPr>
            <a:xfrm flipH="false" flipV="false" rot="0">
              <a:off x="0" y="0"/>
              <a:ext cx="10034498" cy="8738000"/>
            </a:xfrm>
            <a:custGeom>
              <a:avLst/>
              <a:gdLst/>
              <a:ahLst/>
              <a:cxnLst/>
              <a:rect r="r" b="b" t="t" l="l"/>
              <a:pathLst>
                <a:path h="8738000" w="10034498">
                  <a:moveTo>
                    <a:pt x="0" y="0"/>
                  </a:moveTo>
                  <a:lnTo>
                    <a:pt x="10034498" y="0"/>
                  </a:lnTo>
                  <a:lnTo>
                    <a:pt x="10034498" y="8738000"/>
                  </a:lnTo>
                  <a:lnTo>
                    <a:pt x="0" y="8738000"/>
                  </a:lnTo>
                  <a:close/>
                </a:path>
              </a:pathLst>
            </a:custGeom>
            <a:blipFill>
              <a:blip r:embed="rId7"/>
              <a:stretch>
                <a:fillRect l="0" t="-57" r="0" b="-57"/>
              </a:stretch>
            </a:blipFill>
          </p:spPr>
        </p:sp>
      </p:grpSp>
      <p:grpSp>
        <p:nvGrpSpPr>
          <p:cNvPr name="Group 14" id="14"/>
          <p:cNvGrpSpPr/>
          <p:nvPr/>
        </p:nvGrpSpPr>
        <p:grpSpPr>
          <a:xfrm rot="0">
            <a:off x="44839" y="11457000"/>
            <a:ext cx="1206069" cy="1542000"/>
            <a:chOff x="0" y="0"/>
            <a:chExt cx="1608093" cy="2056000"/>
          </a:xfrm>
        </p:grpSpPr>
        <p:sp>
          <p:nvSpPr>
            <p:cNvPr name="Freeform 15" id="15"/>
            <p:cNvSpPr/>
            <p:nvPr/>
          </p:nvSpPr>
          <p:spPr>
            <a:xfrm flipH="false" flipV="false" rot="0">
              <a:off x="0" y="0"/>
              <a:ext cx="1608093" cy="2056000"/>
            </a:xfrm>
            <a:custGeom>
              <a:avLst/>
              <a:gdLst/>
              <a:ahLst/>
              <a:cxnLst/>
              <a:rect r="r" b="b" t="t" l="l"/>
              <a:pathLst>
                <a:path h="2056000" w="1608093">
                  <a:moveTo>
                    <a:pt x="0" y="0"/>
                  </a:moveTo>
                  <a:lnTo>
                    <a:pt x="1608093" y="0"/>
                  </a:lnTo>
                  <a:lnTo>
                    <a:pt x="1608093" y="2056000"/>
                  </a:lnTo>
                  <a:lnTo>
                    <a:pt x="0" y="2056000"/>
                  </a:lnTo>
                  <a:close/>
                </a:path>
              </a:pathLst>
            </a:custGeom>
            <a:blipFill>
              <a:blip r:embed="rId8"/>
              <a:stretch>
                <a:fillRect l="0" t="-57" r="0" b="-57"/>
              </a:stretch>
            </a:blipFill>
          </p:spPr>
        </p:sp>
      </p:grpSp>
      <p:grpSp>
        <p:nvGrpSpPr>
          <p:cNvPr name="Group 16" id="16"/>
          <p:cNvGrpSpPr/>
          <p:nvPr/>
        </p:nvGrpSpPr>
        <p:grpSpPr>
          <a:xfrm rot="0">
            <a:off x="5568637" y="15697500"/>
            <a:ext cx="1206069" cy="1156500"/>
            <a:chOff x="0" y="0"/>
            <a:chExt cx="1608093" cy="1542000"/>
          </a:xfrm>
        </p:grpSpPr>
        <p:sp>
          <p:nvSpPr>
            <p:cNvPr name="Freeform 17" id="17"/>
            <p:cNvSpPr/>
            <p:nvPr/>
          </p:nvSpPr>
          <p:spPr>
            <a:xfrm flipH="false" flipV="false" rot="0">
              <a:off x="0" y="0"/>
              <a:ext cx="1608093" cy="1542000"/>
            </a:xfrm>
            <a:custGeom>
              <a:avLst/>
              <a:gdLst/>
              <a:ahLst/>
              <a:cxnLst/>
              <a:rect r="r" b="b" t="t" l="l"/>
              <a:pathLst>
                <a:path h="1542000" w="1608093">
                  <a:moveTo>
                    <a:pt x="0" y="0"/>
                  </a:moveTo>
                  <a:lnTo>
                    <a:pt x="1608093" y="0"/>
                  </a:lnTo>
                  <a:lnTo>
                    <a:pt x="1608093" y="1542000"/>
                  </a:lnTo>
                  <a:lnTo>
                    <a:pt x="0" y="1542000"/>
                  </a:lnTo>
                  <a:close/>
                </a:path>
              </a:pathLst>
            </a:custGeom>
            <a:blipFill>
              <a:blip r:embed="rId9"/>
              <a:stretch>
                <a:fillRect l="0" t="-57" r="0" b="-57"/>
              </a:stretch>
            </a:blipFill>
          </p:spPr>
        </p:sp>
      </p:grpSp>
      <p:grpSp>
        <p:nvGrpSpPr>
          <p:cNvPr name="Group 18" id="18"/>
          <p:cNvGrpSpPr/>
          <p:nvPr/>
        </p:nvGrpSpPr>
        <p:grpSpPr>
          <a:xfrm rot="0">
            <a:off x="1612729" y="5289000"/>
            <a:ext cx="29283366" cy="5397000"/>
            <a:chOff x="0" y="0"/>
            <a:chExt cx="39044488" cy="7196000"/>
          </a:xfrm>
        </p:grpSpPr>
        <p:sp>
          <p:nvSpPr>
            <p:cNvPr name="Freeform 19" id="19"/>
            <p:cNvSpPr/>
            <p:nvPr/>
          </p:nvSpPr>
          <p:spPr>
            <a:xfrm flipH="false" flipV="false" rot="0">
              <a:off x="0" y="0"/>
              <a:ext cx="39044488" cy="7196000"/>
            </a:xfrm>
            <a:custGeom>
              <a:avLst/>
              <a:gdLst/>
              <a:ahLst/>
              <a:cxnLst/>
              <a:rect r="r" b="b" t="t" l="l"/>
              <a:pathLst>
                <a:path h="7196000" w="39044488">
                  <a:moveTo>
                    <a:pt x="0" y="0"/>
                  </a:moveTo>
                  <a:lnTo>
                    <a:pt x="39044488" y="0"/>
                  </a:lnTo>
                  <a:lnTo>
                    <a:pt x="39044488" y="7196000"/>
                  </a:lnTo>
                  <a:lnTo>
                    <a:pt x="0" y="7196000"/>
                  </a:lnTo>
                  <a:close/>
                </a:path>
              </a:pathLst>
            </a:custGeom>
            <a:blipFill>
              <a:blip r:embed="rId10"/>
              <a:stretch>
                <a:fillRect l="-87" t="0" r="-87" b="0"/>
              </a:stretch>
            </a:blipFill>
          </p:spPr>
        </p:sp>
      </p:grpSp>
      <p:sp>
        <p:nvSpPr>
          <p:cNvPr name="TextBox 20" id="20"/>
          <p:cNvSpPr txBox="true"/>
          <p:nvPr/>
        </p:nvSpPr>
        <p:spPr>
          <a:xfrm rot="0">
            <a:off x="5133975" y="6324600"/>
            <a:ext cx="13242827" cy="733425"/>
          </a:xfrm>
          <a:prstGeom prst="rect">
            <a:avLst/>
          </a:prstGeom>
        </p:spPr>
        <p:txBody>
          <a:bodyPr anchor="t" rtlCol="false" tIns="0" lIns="0" bIns="0" rIns="0">
            <a:spAutoFit/>
          </a:bodyPr>
          <a:lstStyle/>
          <a:p>
            <a:pPr algn="l" marL="0" indent="0" lvl="0">
              <a:lnSpc>
                <a:spcPts val="5400"/>
              </a:lnSpc>
              <a:spcBef>
                <a:spcPct val="0"/>
              </a:spcBef>
            </a:pPr>
            <a:r>
              <a:rPr lang="en-US" b="true" sz="4500">
                <a:solidFill>
                  <a:srgbClr val="FFFFFF"/>
                </a:solidFill>
                <a:latin typeface="Poppins 2 Bold"/>
                <a:ea typeface="Poppins 2 Bold"/>
                <a:cs typeface="Poppins 2 Bold"/>
                <a:sym typeface="Poppins 2 Bold"/>
              </a:rPr>
              <a:t>B</a:t>
            </a:r>
            <a:r>
              <a:rPr lang="en-US" b="true" sz="4500" strike="noStrike" u="none">
                <a:solidFill>
                  <a:srgbClr val="FFFFFF"/>
                </a:solidFill>
                <a:latin typeface="Poppins 2 Bold"/>
                <a:ea typeface="Poppins 2 Bold"/>
                <a:cs typeface="Poppins 2 Bold"/>
                <a:sym typeface="Poppins 2 Bold"/>
              </a:rPr>
              <a:t>in</a:t>
            </a:r>
            <a:r>
              <a:rPr lang="en-US" b="true" sz="4500" strike="noStrike" u="none">
                <a:solidFill>
                  <a:srgbClr val="FFFFFF"/>
                </a:solidFill>
                <a:latin typeface="Poppins 2 Bold"/>
                <a:ea typeface="Poppins 2 Bold"/>
                <a:cs typeface="Poppins 2 Bold"/>
                <a:sym typeface="Poppins 2 Bold"/>
              </a:rPr>
              <a:t>ar</a:t>
            </a:r>
            <a:r>
              <a:rPr lang="en-US" b="true" sz="4500" strike="noStrike" u="none">
                <a:solidFill>
                  <a:srgbClr val="FFFFFF"/>
                </a:solidFill>
                <a:latin typeface="Poppins 2 Bold"/>
                <a:ea typeface="Poppins 2 Bold"/>
                <a:cs typeface="Poppins 2 Bold"/>
                <a:sym typeface="Poppins 2 Bold"/>
              </a:rPr>
              <a:t>y </a:t>
            </a:r>
            <a:r>
              <a:rPr lang="en-US" b="true" sz="4500" strike="noStrike" u="none">
                <a:solidFill>
                  <a:srgbClr val="FFFFFF"/>
                </a:solidFill>
                <a:latin typeface="Poppins 2 Bold"/>
                <a:ea typeface="Poppins 2 Bold"/>
                <a:cs typeface="Poppins 2 Bold"/>
                <a:sym typeface="Poppins 2 Bold"/>
              </a:rPr>
              <a:t>S</a:t>
            </a:r>
            <a:r>
              <a:rPr lang="en-US" b="true" sz="4500" strike="noStrike" u="none">
                <a:solidFill>
                  <a:srgbClr val="FFFFFF"/>
                </a:solidFill>
                <a:latin typeface="Poppins 2 Bold"/>
                <a:ea typeface="Poppins 2 Bold"/>
                <a:cs typeface="Poppins 2 Bold"/>
                <a:sym typeface="Poppins 2 Bold"/>
              </a:rPr>
              <a:t>e</a:t>
            </a:r>
            <a:r>
              <a:rPr lang="en-US" b="true" sz="4500" strike="noStrike" u="none">
                <a:solidFill>
                  <a:srgbClr val="FFFFFF"/>
                </a:solidFill>
                <a:latin typeface="Poppins 2 Bold"/>
                <a:ea typeface="Poppins 2 Bold"/>
                <a:cs typeface="Poppins 2 Bold"/>
                <a:sym typeface="Poppins 2 Bold"/>
              </a:rPr>
              <a:t>arch</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Tree</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Mesin Penc</a:t>
            </a:r>
            <a:r>
              <a:rPr lang="en-US" b="true" sz="4500" strike="noStrike" u="none">
                <a:solidFill>
                  <a:srgbClr val="FFFFFF"/>
                </a:solidFill>
                <a:latin typeface="Poppins 2 Bold"/>
                <a:ea typeface="Poppins 2 Bold"/>
                <a:cs typeface="Poppins 2 Bold"/>
                <a:sym typeface="Poppins 2 Bold"/>
              </a:rPr>
              <a:t>a</a:t>
            </a:r>
            <a:r>
              <a:rPr lang="en-US" b="true" sz="4500" strike="noStrike" u="none">
                <a:solidFill>
                  <a:srgbClr val="FFFFFF"/>
                </a:solidFill>
                <a:latin typeface="Poppins 2 Bold"/>
                <a:ea typeface="Poppins 2 Bold"/>
                <a:cs typeface="Poppins 2 Bold"/>
                <a:sym typeface="Poppins 2 Bold"/>
              </a:rPr>
              <a:t>ri</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Ru</a:t>
            </a:r>
            <a:r>
              <a:rPr lang="en-US" b="true" sz="4500" strike="noStrike" u="none">
                <a:solidFill>
                  <a:srgbClr val="FFFFFF"/>
                </a:solidFill>
                <a:latin typeface="Poppins 2 Bold"/>
                <a:ea typeface="Poppins 2 Bold"/>
                <a:cs typeface="Poppins 2 Bold"/>
                <a:sym typeface="Poppins 2 Bold"/>
              </a:rPr>
              <a:t>a</a:t>
            </a:r>
            <a:r>
              <a:rPr lang="en-US" b="true" sz="4500" strike="noStrike" u="none">
                <a:solidFill>
                  <a:srgbClr val="FFFFFF"/>
                </a:solidFill>
                <a:latin typeface="Poppins 2 Bold"/>
                <a:ea typeface="Poppins 2 Bold"/>
                <a:cs typeface="Poppins 2 Bold"/>
                <a:sym typeface="Poppins 2 Bold"/>
              </a:rPr>
              <a:t>ng</a:t>
            </a:r>
            <a:r>
              <a:rPr lang="en-US" b="true" sz="4500" strike="noStrike" u="none">
                <a:solidFill>
                  <a:srgbClr val="FFFFFF"/>
                </a:solidFill>
                <a:latin typeface="Poppins 2 Bold"/>
                <a:ea typeface="Poppins 2 Bold"/>
                <a:cs typeface="Poppins 2 Bold"/>
                <a:sym typeface="Poppins 2 Bold"/>
              </a:rPr>
              <a:t>a</a:t>
            </a:r>
            <a:r>
              <a:rPr lang="en-US" b="true" sz="4500" strike="noStrike" u="none">
                <a:solidFill>
                  <a:srgbClr val="FFFFFF"/>
                </a:solidFill>
                <a:latin typeface="Poppins 2 Bold"/>
                <a:ea typeface="Poppins 2 Bold"/>
                <a:cs typeface="Poppins 2 Bold"/>
                <a:sym typeface="Poppins 2 Bold"/>
              </a:rPr>
              <a:t>n</a:t>
            </a:r>
            <a:r>
              <a:rPr lang="en-US" b="true" sz="4500" strike="noStrike" u="none">
                <a:solidFill>
                  <a:srgbClr val="FFFFFF"/>
                </a:solidFill>
                <a:latin typeface="Poppins 2 Bold"/>
                <a:ea typeface="Poppins 2 Bold"/>
                <a:cs typeface="Poppins 2 Bold"/>
                <a:sym typeface="Poppins 2 Bold"/>
              </a:rPr>
              <a:t>)</a:t>
            </a:r>
          </a:p>
        </p:txBody>
      </p:sp>
      <p:sp>
        <p:nvSpPr>
          <p:cNvPr name="TextBox 21" id="21"/>
          <p:cNvSpPr txBox="true"/>
          <p:nvPr/>
        </p:nvSpPr>
        <p:spPr>
          <a:xfrm rot="0">
            <a:off x="5133975" y="7496175"/>
            <a:ext cx="24437852" cy="2000250"/>
          </a:xfrm>
          <a:prstGeom prst="rect">
            <a:avLst/>
          </a:prstGeom>
        </p:spPr>
        <p:txBody>
          <a:bodyPr anchor="t" rtlCol="false" tIns="0" lIns="0" bIns="0" rIns="0">
            <a:spAutoFit/>
          </a:bodyPr>
          <a:lstStyle/>
          <a:p>
            <a:pPr algn="just" marL="0" indent="0" lvl="0">
              <a:lnSpc>
                <a:spcPts val="5250"/>
              </a:lnSpc>
            </a:pPr>
            <a:r>
              <a:rPr lang="en-US" sz="3500" strike="noStrike" u="none">
                <a:solidFill>
                  <a:srgbClr val="FFFFFF"/>
                </a:solidFill>
                <a:latin typeface="Poppins 2"/>
                <a:ea typeface="Poppins 2"/>
                <a:cs typeface="Poppins 2"/>
                <a:sym typeface="Poppins 2"/>
              </a:rPr>
              <a:t>Di</a:t>
            </a:r>
            <a:r>
              <a:rPr lang="en-US" sz="3500" strike="noStrike" u="none">
                <a:solidFill>
                  <a:srgbClr val="FFFFFF"/>
                </a:solidFill>
                <a:latin typeface="Poppins 2"/>
                <a:ea typeface="Poppins 2"/>
                <a:cs typeface="Poppins 2"/>
                <a:sym typeface="Poppins 2"/>
              </a:rPr>
              <a:t>g</a:t>
            </a:r>
            <a:r>
              <a:rPr lang="en-US" sz="3500" strike="noStrike" u="none">
                <a:solidFill>
                  <a:srgbClr val="FFFFFF"/>
                </a:solidFill>
                <a:latin typeface="Poppins 2"/>
                <a:ea typeface="Poppins 2"/>
                <a:cs typeface="Poppins 2"/>
                <a:sym typeface="Poppins 2"/>
              </a:rPr>
              <a:t>u</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ak</a:t>
            </a:r>
            <a:r>
              <a:rPr lang="en-US" sz="3500" strike="noStrike" u="none">
                <a:solidFill>
                  <a:srgbClr val="FFFFFF"/>
                </a:solidFill>
                <a:latin typeface="Poppins 2"/>
                <a:ea typeface="Poppins 2"/>
                <a:cs typeface="Poppins 2"/>
                <a:sym typeface="Poppins 2"/>
              </a:rPr>
              <a:t>an</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untu</a:t>
            </a:r>
            <a:r>
              <a:rPr lang="en-US" sz="3500" strike="noStrike" u="none">
                <a:solidFill>
                  <a:srgbClr val="FFFFFF"/>
                </a:solidFill>
                <a:latin typeface="Poppins 2"/>
                <a:ea typeface="Poppins 2"/>
                <a:cs typeface="Poppins 2"/>
                <a:sym typeface="Poppins 2"/>
              </a:rPr>
              <a:t>k</a:t>
            </a:r>
            <a:r>
              <a:rPr lang="en-US" sz="3500" strike="noStrike" u="none">
                <a:solidFill>
                  <a:srgbClr val="FFFFFF"/>
                </a:solidFill>
                <a:latin typeface="Poppins 2"/>
                <a:ea typeface="Poppins 2"/>
                <a:cs typeface="Poppins 2"/>
                <a:sym typeface="Poppins 2"/>
              </a:rPr>
              <a:t> p</a:t>
            </a:r>
            <a:r>
              <a:rPr lang="en-US" sz="3500" strike="noStrike" u="none">
                <a:solidFill>
                  <a:srgbClr val="FFFFFF"/>
                </a:solidFill>
                <a:latin typeface="Poppins 2"/>
                <a:ea typeface="Poppins 2"/>
                <a:cs typeface="Poppins 2"/>
                <a:sym typeface="Poppins 2"/>
              </a:rPr>
              <a:t>en</a:t>
            </a:r>
            <a:r>
              <a:rPr lang="en-US" sz="3500" strike="noStrike" u="none">
                <a:solidFill>
                  <a:srgbClr val="FFFFFF"/>
                </a:solidFill>
                <a:latin typeface="Poppins 2"/>
                <a:ea typeface="Poppins 2"/>
                <a:cs typeface="Poppins 2"/>
                <a:sym typeface="Poppins 2"/>
              </a:rPr>
              <a:t>c</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r</a:t>
            </a:r>
            <a:r>
              <a:rPr lang="en-US" sz="3500" strike="noStrike" u="none">
                <a:solidFill>
                  <a:srgbClr val="FFFFFF"/>
                </a:solidFill>
                <a:latin typeface="Poppins 2"/>
                <a:ea typeface="Poppins 2"/>
                <a:cs typeface="Poppins 2"/>
                <a:sym typeface="Poppins 2"/>
              </a:rPr>
              <a:t>ia</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inf</a:t>
            </a:r>
            <a:r>
              <a:rPr lang="en-US" sz="3500" strike="noStrike" u="none">
                <a:solidFill>
                  <a:srgbClr val="FFFFFF"/>
                </a:solidFill>
                <a:latin typeface="Poppins 2"/>
                <a:ea typeface="Poppins 2"/>
                <a:cs typeface="Poppins 2"/>
                <a:sym typeface="Poppins 2"/>
              </a:rPr>
              <a:t>o</a:t>
            </a:r>
            <a:r>
              <a:rPr lang="en-US" sz="3500" strike="noStrike" u="none">
                <a:solidFill>
                  <a:srgbClr val="FFFFFF"/>
                </a:solidFill>
                <a:latin typeface="Poppins 2"/>
                <a:ea typeface="Poppins 2"/>
                <a:cs typeface="Poppins 2"/>
                <a:sym typeface="Poppins 2"/>
              </a:rPr>
              <a:t>rm</a:t>
            </a:r>
            <a:r>
              <a:rPr lang="en-US" sz="3500" strike="noStrike" u="none">
                <a:solidFill>
                  <a:srgbClr val="FFFFFF"/>
                </a:solidFill>
                <a:latin typeface="Poppins 2"/>
                <a:ea typeface="Poppins 2"/>
                <a:cs typeface="Poppins 2"/>
                <a:sym typeface="Poppins 2"/>
              </a:rPr>
              <a:t>asi </a:t>
            </a:r>
            <a:r>
              <a:rPr lang="en-US" sz="3500" strike="noStrike" u="none">
                <a:solidFill>
                  <a:srgbClr val="FFFFFF"/>
                </a:solidFill>
                <a:latin typeface="Poppins 2"/>
                <a:ea typeface="Poppins 2"/>
                <a:cs typeface="Poppins 2"/>
                <a:sym typeface="Poppins 2"/>
              </a:rPr>
              <a:t>k</a:t>
            </a:r>
            <a:r>
              <a:rPr lang="en-US" sz="3500" strike="noStrike" u="none">
                <a:solidFill>
                  <a:srgbClr val="FFFFFF"/>
                </a:solidFill>
                <a:latin typeface="Poppins 2"/>
                <a:ea typeface="Poppins 2"/>
                <a:cs typeface="Poppins 2"/>
                <a:sym typeface="Poppins 2"/>
              </a:rPr>
              <a:t>e</a:t>
            </a:r>
            <a:r>
              <a:rPr lang="en-US" sz="3500" strike="noStrike" u="none">
                <a:solidFill>
                  <a:srgbClr val="FFFFFF"/>
                </a:solidFill>
                <a:latin typeface="Poppins 2"/>
                <a:ea typeface="Poppins 2"/>
                <a:cs typeface="Poppins 2"/>
                <a:sym typeface="Poppins 2"/>
              </a:rPr>
              <a:t>l</a:t>
            </a:r>
            <a:r>
              <a:rPr lang="en-US" sz="3500" strike="noStrike" u="none">
                <a:solidFill>
                  <a:srgbClr val="FFFFFF"/>
                </a:solidFill>
                <a:latin typeface="Poppins 2"/>
                <a:ea typeface="Poppins 2"/>
                <a:cs typeface="Poppins 2"/>
                <a:sym typeface="Poppins 2"/>
              </a:rPr>
              <a:t>as </a:t>
            </a:r>
            <a:r>
              <a:rPr lang="en-US" sz="3500" strike="noStrike" u="none">
                <a:solidFill>
                  <a:srgbClr val="FFFFFF"/>
                </a:solidFill>
                <a:latin typeface="Poppins 2"/>
                <a:ea typeface="Poppins 2"/>
                <a:cs typeface="Poppins 2"/>
                <a:sym typeface="Poppins 2"/>
              </a:rPr>
              <a:t>s</a:t>
            </a:r>
            <a:r>
              <a:rPr lang="en-US" sz="3500" strike="noStrike" u="none">
                <a:solidFill>
                  <a:srgbClr val="FFFFFF"/>
                </a:solidFill>
                <a:latin typeface="Poppins 2"/>
                <a:ea typeface="Poppins 2"/>
                <a:cs typeface="Poppins 2"/>
                <a:sym typeface="Poppins 2"/>
              </a:rPr>
              <a:t>e</a:t>
            </a:r>
            <a:r>
              <a:rPr lang="en-US" sz="3500" strike="noStrike" u="none">
                <a:solidFill>
                  <a:srgbClr val="FFFFFF"/>
                </a:solidFill>
                <a:latin typeface="Poppins 2"/>
                <a:ea typeface="Poppins 2"/>
                <a:cs typeface="Poppins 2"/>
                <a:sym typeface="Poppins 2"/>
              </a:rPr>
              <a:t>c</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r</a:t>
            </a:r>
            <a:r>
              <a:rPr lang="en-US" sz="3500" strike="noStrike" u="none">
                <a:solidFill>
                  <a:srgbClr val="FFFFFF"/>
                </a:solidFill>
                <a:latin typeface="Poppins 2"/>
                <a:ea typeface="Poppins 2"/>
                <a:cs typeface="Poppins 2"/>
                <a:sym typeface="Poppins 2"/>
              </a:rPr>
              <a:t>a hi</a:t>
            </a:r>
            <a:r>
              <a:rPr lang="en-US" sz="3500" strike="noStrike" u="none">
                <a:solidFill>
                  <a:srgbClr val="FFFFFF"/>
                </a:solidFill>
                <a:latin typeface="Poppins 2"/>
                <a:ea typeface="Poppins 2"/>
                <a:cs typeface="Poppins 2"/>
                <a:sym typeface="Poppins 2"/>
              </a:rPr>
              <a:t>er</a:t>
            </a:r>
            <a:r>
              <a:rPr lang="en-US" sz="3500" strike="noStrike" u="none">
                <a:solidFill>
                  <a:srgbClr val="FFFFFF"/>
                </a:solidFill>
                <a:latin typeface="Poppins 2"/>
                <a:ea typeface="Poppins 2"/>
                <a:cs typeface="Poppins 2"/>
                <a:sym typeface="Poppins 2"/>
              </a:rPr>
              <a:t>ar</a:t>
            </a:r>
            <a:r>
              <a:rPr lang="en-US" sz="3500" strike="noStrike" u="none">
                <a:solidFill>
                  <a:srgbClr val="FFFFFF"/>
                </a:solidFill>
                <a:latin typeface="Poppins 2"/>
                <a:ea typeface="Poppins 2"/>
                <a:cs typeface="Poppins 2"/>
                <a:sym typeface="Poppins 2"/>
              </a:rPr>
              <a:t>k</a:t>
            </a:r>
            <a:r>
              <a:rPr lang="en-US" sz="3500" strike="noStrike" u="none">
                <a:solidFill>
                  <a:srgbClr val="FFFFFF"/>
                </a:solidFill>
                <a:latin typeface="Poppins 2"/>
                <a:ea typeface="Poppins 2"/>
                <a:cs typeface="Poppins 2"/>
                <a:sym typeface="Poppins 2"/>
              </a:rPr>
              <a:t>i</a:t>
            </a:r>
            <a:r>
              <a:rPr lang="en-US" sz="3500" strike="noStrike" u="none">
                <a:solidFill>
                  <a:srgbClr val="FFFFFF"/>
                </a:solidFill>
                <a:latin typeface="Poppins 2"/>
                <a:ea typeface="Poppins 2"/>
                <a:cs typeface="Poppins 2"/>
                <a:sym typeface="Poppins 2"/>
              </a:rPr>
              <a:t>s</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d</a:t>
            </a:r>
            <a:r>
              <a:rPr lang="en-US" sz="3500" strike="noStrike" u="none">
                <a:solidFill>
                  <a:srgbClr val="FFFFFF"/>
                </a:solidFill>
                <a:latin typeface="Poppins 2"/>
                <a:ea typeface="Poppins 2"/>
                <a:cs typeface="Poppins 2"/>
                <a:sym typeface="Poppins 2"/>
              </a:rPr>
              <a:t>en</a:t>
            </a:r>
            <a:r>
              <a:rPr lang="en-US" sz="3500" strike="noStrike" u="none">
                <a:solidFill>
                  <a:srgbClr val="FFFFFF"/>
                </a:solidFill>
                <a:latin typeface="Poppins 2"/>
                <a:ea typeface="Poppins 2"/>
                <a:cs typeface="Poppins 2"/>
                <a:sym typeface="Poppins 2"/>
              </a:rPr>
              <a:t>g</a:t>
            </a:r>
            <a:r>
              <a:rPr lang="en-US" sz="3500" strike="noStrike" u="none">
                <a:solidFill>
                  <a:srgbClr val="FFFFFF"/>
                </a:solidFill>
                <a:latin typeface="Poppins 2"/>
                <a:ea typeface="Poppins 2"/>
                <a:cs typeface="Poppins 2"/>
                <a:sym typeface="Poppins 2"/>
              </a:rPr>
              <a:t>an k</a:t>
            </a:r>
            <a:r>
              <a:rPr lang="en-US" sz="3500" strike="noStrike" u="none">
                <a:solidFill>
                  <a:srgbClr val="FFFFFF"/>
                </a:solidFill>
                <a:latin typeface="Poppins 2"/>
                <a:ea typeface="Poppins 2"/>
                <a:cs typeface="Poppins 2"/>
                <a:sym typeface="Poppins 2"/>
              </a:rPr>
              <a:t>o</a:t>
            </a:r>
            <a:r>
              <a:rPr lang="en-US" sz="3500" strike="noStrike" u="none">
                <a:solidFill>
                  <a:srgbClr val="FFFFFF"/>
                </a:solidFill>
                <a:latin typeface="Poppins 2"/>
                <a:ea typeface="Poppins 2"/>
                <a:cs typeface="Poppins 2"/>
                <a:sym typeface="Poppins 2"/>
              </a:rPr>
              <a:t>m</a:t>
            </a:r>
            <a:r>
              <a:rPr lang="en-US" sz="3500" strike="noStrike" u="none">
                <a:solidFill>
                  <a:srgbClr val="FFFFFF"/>
                </a:solidFill>
                <a:latin typeface="Poppins 2"/>
                <a:ea typeface="Poppins 2"/>
                <a:cs typeface="Poppins 2"/>
                <a:sym typeface="Poppins 2"/>
              </a:rPr>
              <a:t>pl</a:t>
            </a:r>
            <a:r>
              <a:rPr lang="en-US" sz="3500" strike="noStrike" u="none">
                <a:solidFill>
                  <a:srgbClr val="FFFFFF"/>
                </a:solidFill>
                <a:latin typeface="Poppins 2"/>
                <a:ea typeface="Poppins 2"/>
                <a:cs typeface="Poppins 2"/>
                <a:sym typeface="Poppins 2"/>
              </a:rPr>
              <a:t>e</a:t>
            </a:r>
            <a:r>
              <a:rPr lang="en-US" sz="3500" strike="noStrike" u="none">
                <a:solidFill>
                  <a:srgbClr val="FFFFFF"/>
                </a:solidFill>
                <a:latin typeface="Poppins 2"/>
                <a:ea typeface="Poppins 2"/>
                <a:cs typeface="Poppins 2"/>
                <a:sym typeface="Poppins 2"/>
              </a:rPr>
              <a:t>k</a:t>
            </a:r>
            <a:r>
              <a:rPr lang="en-US" sz="3500" strike="noStrike" u="none">
                <a:solidFill>
                  <a:srgbClr val="FFFFFF"/>
                </a:solidFill>
                <a:latin typeface="Poppins 2"/>
                <a:ea typeface="Poppins 2"/>
                <a:cs typeface="Poppins 2"/>
                <a:sym typeface="Poppins 2"/>
              </a:rPr>
              <a:t>s</a:t>
            </a:r>
            <a:r>
              <a:rPr lang="en-US" sz="3500" strike="noStrike" u="none">
                <a:solidFill>
                  <a:srgbClr val="FFFFFF"/>
                </a:solidFill>
                <a:latin typeface="Poppins 2"/>
                <a:ea typeface="Poppins 2"/>
                <a:cs typeface="Poppins 2"/>
                <a:sym typeface="Poppins 2"/>
              </a:rPr>
              <a:t>i</a:t>
            </a:r>
            <a:r>
              <a:rPr lang="en-US" sz="3500" strike="noStrike" u="none">
                <a:solidFill>
                  <a:srgbClr val="FFFFFF"/>
                </a:solidFill>
                <a:latin typeface="Poppins 2"/>
                <a:ea typeface="Poppins 2"/>
                <a:cs typeface="Poppins 2"/>
                <a:sym typeface="Poppins 2"/>
              </a:rPr>
              <a:t>tas </a:t>
            </a:r>
            <a:r>
              <a:rPr lang="en-US" sz="3500" strike="noStrike" u="none">
                <a:solidFill>
                  <a:srgbClr val="FFFFFF"/>
                </a:solidFill>
                <a:latin typeface="Poppins 2"/>
                <a:ea typeface="Poppins 2"/>
                <a:cs typeface="Poppins 2"/>
                <a:sym typeface="Poppins 2"/>
              </a:rPr>
              <a:t>w</a:t>
            </a:r>
            <a:r>
              <a:rPr lang="en-US" sz="3500" strike="noStrike" u="none">
                <a:solidFill>
                  <a:srgbClr val="FFFFFF"/>
                </a:solidFill>
                <a:latin typeface="Poppins 2"/>
                <a:ea typeface="Poppins 2"/>
                <a:cs typeface="Poppins 2"/>
                <a:sym typeface="Poppins 2"/>
              </a:rPr>
              <a:t>ak</a:t>
            </a:r>
            <a:r>
              <a:rPr lang="en-US" sz="3500" strike="noStrike" u="none">
                <a:solidFill>
                  <a:srgbClr val="FFFFFF"/>
                </a:solidFill>
                <a:latin typeface="Poppins 2"/>
                <a:ea typeface="Poppins 2"/>
                <a:cs typeface="Poppins 2"/>
                <a:sym typeface="Poppins 2"/>
              </a:rPr>
              <a:t>t</a:t>
            </a:r>
            <a:r>
              <a:rPr lang="en-US" sz="3500" strike="noStrike" u="none">
                <a:solidFill>
                  <a:srgbClr val="FFFFFF"/>
                </a:solidFill>
                <a:latin typeface="Poppins 2"/>
                <a:ea typeface="Poppins 2"/>
                <a:cs typeface="Poppins 2"/>
                <a:sym typeface="Poppins 2"/>
              </a:rPr>
              <a:t>u </a:t>
            </a:r>
            <a:r>
              <a:rPr lang="en-US" sz="3500" strike="noStrike" u="none">
                <a:solidFill>
                  <a:srgbClr val="FFFFFF"/>
                </a:solidFill>
                <a:latin typeface="Poppins 2"/>
                <a:ea typeface="Poppins 2"/>
                <a:cs typeface="Poppins 2"/>
                <a:sym typeface="Poppins 2"/>
              </a:rPr>
              <a:t>O(log</a:t>
            </a:r>
            <a:r>
              <a:rPr lang="en-US" sz="3500" strike="noStrike" u="none">
                <a:solidFill>
                  <a:srgbClr val="FFFFFF"/>
                </a:solidFill>
                <a:latin typeface="Poppins 2"/>
                <a:ea typeface="Poppins 2"/>
                <a:cs typeface="Poppins 2"/>
                <a:sym typeface="Poppins 2"/>
              </a:rPr>
              <a:t> n</a:t>
            </a:r>
            <a:r>
              <a:rPr lang="en-US" sz="3500" strike="noStrike" u="none">
                <a:solidFill>
                  <a:srgbClr val="FFFFFF"/>
                </a:solidFill>
                <a:latin typeface="Poppins 2"/>
                <a:ea typeface="Poppins 2"/>
                <a:cs typeface="Poppins 2"/>
                <a:sym typeface="Poppins 2"/>
              </a:rPr>
              <a:t>).</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St</a:t>
            </a:r>
            <a:r>
              <a:rPr lang="en-US" sz="3500" strike="noStrike" u="none">
                <a:solidFill>
                  <a:srgbClr val="FFFFFF"/>
                </a:solidFill>
                <a:latin typeface="Poppins 2"/>
                <a:ea typeface="Poppins 2"/>
                <a:cs typeface="Poppins 2"/>
                <a:sym typeface="Poppins 2"/>
              </a:rPr>
              <a:t>r</a:t>
            </a:r>
            <a:r>
              <a:rPr lang="en-US" sz="3500" strike="noStrike" u="none">
                <a:solidFill>
                  <a:srgbClr val="FFFFFF"/>
                </a:solidFill>
                <a:latin typeface="Poppins 2"/>
                <a:ea typeface="Poppins 2"/>
                <a:cs typeface="Poppins 2"/>
                <a:sym typeface="Poppins 2"/>
              </a:rPr>
              <a:t>uktu</a:t>
            </a:r>
            <a:r>
              <a:rPr lang="en-US" sz="3500" strike="noStrike" u="none">
                <a:solidFill>
                  <a:srgbClr val="FFFFFF"/>
                </a:solidFill>
                <a:latin typeface="Poppins 2"/>
                <a:ea typeface="Poppins 2"/>
                <a:cs typeface="Poppins 2"/>
                <a:sym typeface="Poppins 2"/>
              </a:rPr>
              <a:t>r </a:t>
            </a:r>
            <a:r>
              <a:rPr lang="en-US" sz="3500" strike="noStrike" u="none">
                <a:solidFill>
                  <a:srgbClr val="FFFFFF"/>
                </a:solidFill>
                <a:latin typeface="Poppins 2"/>
                <a:ea typeface="Poppins 2"/>
                <a:cs typeface="Poppins 2"/>
                <a:sym typeface="Poppins 2"/>
              </a:rPr>
              <a:t>p</a:t>
            </a:r>
            <a:r>
              <a:rPr lang="en-US" sz="3500" strike="noStrike" u="none">
                <a:solidFill>
                  <a:srgbClr val="FFFFFF"/>
                </a:solidFill>
                <a:latin typeface="Poppins 2"/>
                <a:ea typeface="Poppins 2"/>
                <a:cs typeface="Poppins 2"/>
                <a:sym typeface="Poppins 2"/>
              </a:rPr>
              <a:t>o</a:t>
            </a:r>
            <a:r>
              <a:rPr lang="en-US" sz="3500" strike="noStrike" u="none">
                <a:solidFill>
                  <a:srgbClr val="FFFFFF"/>
                </a:solidFill>
                <a:latin typeface="Poppins 2"/>
                <a:ea typeface="Poppins 2"/>
                <a:cs typeface="Poppins 2"/>
                <a:sym typeface="Poppins 2"/>
              </a:rPr>
              <a:t>h</a:t>
            </a:r>
            <a:r>
              <a:rPr lang="en-US" sz="3500" strike="noStrike" u="none">
                <a:solidFill>
                  <a:srgbClr val="FFFFFF"/>
                </a:solidFill>
                <a:latin typeface="Poppins 2"/>
                <a:ea typeface="Poppins 2"/>
                <a:cs typeface="Poppins 2"/>
                <a:sym typeface="Poppins 2"/>
              </a:rPr>
              <a:t>o</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bi</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er</a:t>
            </a:r>
            <a:r>
              <a:rPr lang="en-US" sz="3500" strike="noStrike" u="none">
                <a:solidFill>
                  <a:srgbClr val="FFFFFF"/>
                </a:solidFill>
                <a:latin typeface="Poppins 2"/>
                <a:ea typeface="Poppins 2"/>
                <a:cs typeface="Poppins 2"/>
                <a:sym typeface="Poppins 2"/>
              </a:rPr>
              <a:t> me</a:t>
            </a:r>
            <a:r>
              <a:rPr lang="en-US" sz="3500" strike="noStrike" u="none">
                <a:solidFill>
                  <a:srgbClr val="FFFFFF"/>
                </a:solidFill>
                <a:latin typeface="Poppins 2"/>
                <a:ea typeface="Poppins 2"/>
                <a:cs typeface="Poppins 2"/>
                <a:sym typeface="Poppins 2"/>
              </a:rPr>
              <a:t>mu</a:t>
            </a:r>
            <a:r>
              <a:rPr lang="en-US" sz="3500" strike="noStrike" u="none">
                <a:solidFill>
                  <a:srgbClr val="FFFFFF"/>
                </a:solidFill>
                <a:latin typeface="Poppins 2"/>
                <a:ea typeface="Poppins 2"/>
                <a:cs typeface="Poppins 2"/>
                <a:sym typeface="Poppins 2"/>
              </a:rPr>
              <a:t>ngki</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kan </a:t>
            </a:r>
            <a:r>
              <a:rPr lang="en-US" sz="3500" strike="noStrike" u="none">
                <a:solidFill>
                  <a:srgbClr val="FFFFFF"/>
                </a:solidFill>
                <a:latin typeface="Poppins 2"/>
                <a:ea typeface="Poppins 2"/>
                <a:cs typeface="Poppins 2"/>
                <a:sym typeface="Poppins 2"/>
              </a:rPr>
              <a:t>penc</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ri</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su</a:t>
            </a:r>
            <a:r>
              <a:rPr lang="en-US" sz="3500" strike="noStrike" u="none">
                <a:solidFill>
                  <a:srgbClr val="FFFFFF"/>
                </a:solidFill>
                <a:latin typeface="Poppins 2"/>
                <a:ea typeface="Poppins 2"/>
                <a:cs typeface="Poppins 2"/>
                <a:sym typeface="Poppins 2"/>
              </a:rPr>
              <a:t>b</a:t>
            </a:r>
            <a:r>
              <a:rPr lang="en-US" sz="3500" strike="noStrike" u="none">
                <a:solidFill>
                  <a:srgbClr val="FFFFFF"/>
                </a:solidFill>
                <a:latin typeface="Poppins 2"/>
                <a:ea typeface="Poppins 2"/>
                <a:cs typeface="Poppins 2"/>
                <a:sym typeface="Poppins 2"/>
              </a:rPr>
              <a:t>-</a:t>
            </a:r>
            <a:r>
              <a:rPr lang="en-US" sz="3500" strike="noStrike" u="none">
                <a:solidFill>
                  <a:srgbClr val="FFFFFF"/>
                </a:solidFill>
                <a:latin typeface="Poppins 2"/>
                <a:ea typeface="Poppins 2"/>
                <a:cs typeface="Poppins 2"/>
                <a:sym typeface="Poppins 2"/>
              </a:rPr>
              <a:t>ru</a:t>
            </a:r>
            <a:r>
              <a:rPr lang="en-US" sz="3500" strike="noStrike" u="none">
                <a:solidFill>
                  <a:srgbClr val="FFFFFF"/>
                </a:solidFill>
                <a:latin typeface="Poppins 2"/>
                <a:ea typeface="Poppins 2"/>
                <a:cs typeface="Poppins 2"/>
                <a:sym typeface="Poppins 2"/>
              </a:rPr>
              <a:t>angan yang</a:t>
            </a:r>
            <a:r>
              <a:rPr lang="en-US" sz="3500" strike="noStrike" u="none">
                <a:solidFill>
                  <a:srgbClr val="FFFFFF"/>
                </a:solidFill>
                <a:latin typeface="Poppins 2"/>
                <a:ea typeface="Poppins 2"/>
                <a:cs typeface="Poppins 2"/>
                <a:sym typeface="Poppins 2"/>
              </a:rPr>
              <a:t> sa</a:t>
            </a:r>
            <a:r>
              <a:rPr lang="en-US" sz="3500" strike="noStrike" u="none">
                <a:solidFill>
                  <a:srgbClr val="FFFFFF"/>
                </a:solidFill>
                <a:latin typeface="Poppins 2"/>
                <a:ea typeface="Poppins 2"/>
                <a:cs typeface="Poppins 2"/>
                <a:sym typeface="Poppins 2"/>
              </a:rPr>
              <a:t>ng</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t</a:t>
            </a:r>
            <a:r>
              <a:rPr lang="en-US" sz="3500" strike="noStrike" u="none">
                <a:solidFill>
                  <a:srgbClr val="FFFFFF"/>
                </a:solidFill>
                <a:latin typeface="Poppins 2"/>
                <a:ea typeface="Poppins 2"/>
                <a:cs typeface="Poppins 2"/>
                <a:sym typeface="Poppins 2"/>
              </a:rPr>
              <a:t> efisien </a:t>
            </a:r>
            <a:r>
              <a:rPr lang="en-US" sz="3500" strike="noStrike" u="none">
                <a:solidFill>
                  <a:srgbClr val="FFFFFF"/>
                </a:solidFill>
                <a:latin typeface="Poppins 2"/>
                <a:ea typeface="Poppins 2"/>
                <a:cs typeface="Poppins 2"/>
                <a:sym typeface="Poppins 2"/>
              </a:rPr>
              <a:t>dib</a:t>
            </a:r>
            <a:r>
              <a:rPr lang="en-US" sz="3500" strike="noStrike" u="none">
                <a:solidFill>
                  <a:srgbClr val="FFFFFF"/>
                </a:solidFill>
                <a:latin typeface="Poppins 2"/>
                <a:ea typeface="Poppins 2"/>
                <a:cs typeface="Poppins 2"/>
                <a:sym typeface="Poppins 2"/>
              </a:rPr>
              <a:t>an</a:t>
            </a:r>
            <a:r>
              <a:rPr lang="en-US" sz="3500" strike="noStrike" u="none">
                <a:solidFill>
                  <a:srgbClr val="FFFFFF"/>
                </a:solidFill>
                <a:latin typeface="Poppins 2"/>
                <a:ea typeface="Poppins 2"/>
                <a:cs typeface="Poppins 2"/>
                <a:sym typeface="Poppins 2"/>
              </a:rPr>
              <a:t>dingk</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penc</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ri</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n</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seku</a:t>
            </a:r>
            <a:r>
              <a:rPr lang="en-US" sz="3500" strike="noStrike" u="none">
                <a:solidFill>
                  <a:srgbClr val="FFFFFF"/>
                </a:solidFill>
                <a:latin typeface="Poppins 2"/>
                <a:ea typeface="Poppins 2"/>
                <a:cs typeface="Poppins 2"/>
                <a:sym typeface="Poppins 2"/>
              </a:rPr>
              <a:t>en</a:t>
            </a:r>
            <a:r>
              <a:rPr lang="en-US" sz="3500" strike="noStrike" u="none">
                <a:solidFill>
                  <a:srgbClr val="FFFFFF"/>
                </a:solidFill>
                <a:latin typeface="Poppins 2"/>
                <a:ea typeface="Poppins 2"/>
                <a:cs typeface="Poppins 2"/>
                <a:sym typeface="Poppins 2"/>
              </a:rPr>
              <a:t>s</a:t>
            </a:r>
            <a:r>
              <a:rPr lang="en-US" sz="3500" strike="noStrike" u="none">
                <a:solidFill>
                  <a:srgbClr val="FFFFFF"/>
                </a:solidFill>
                <a:latin typeface="Poppins 2"/>
                <a:ea typeface="Poppins 2"/>
                <a:cs typeface="Poppins 2"/>
                <a:sym typeface="Poppins 2"/>
              </a:rPr>
              <a:t>ia</a:t>
            </a:r>
            <a:r>
              <a:rPr lang="en-US" sz="3500" strike="noStrike" u="none">
                <a:solidFill>
                  <a:srgbClr val="FFFFFF"/>
                </a:solidFill>
                <a:latin typeface="Poppins 2"/>
                <a:ea typeface="Poppins 2"/>
                <a:cs typeface="Poppins 2"/>
                <a:sym typeface="Poppins 2"/>
              </a:rPr>
              <a:t>l</a:t>
            </a:r>
            <a:r>
              <a:rPr lang="en-US" sz="3500" strike="noStrike" u="none">
                <a:solidFill>
                  <a:srgbClr val="FFFFFF"/>
                </a:solidFill>
                <a:latin typeface="Poppins 2"/>
                <a:ea typeface="Poppins 2"/>
                <a:cs typeface="Poppins 2"/>
                <a:sym typeface="Poppins 2"/>
              </a:rPr>
              <a:t> </a:t>
            </a:r>
            <a:r>
              <a:rPr lang="en-US" sz="3500" strike="noStrike" u="none">
                <a:solidFill>
                  <a:srgbClr val="FFFFFF"/>
                </a:solidFill>
                <a:latin typeface="Poppins 2"/>
                <a:ea typeface="Poppins 2"/>
                <a:cs typeface="Poppins 2"/>
                <a:sym typeface="Poppins 2"/>
              </a:rPr>
              <a:t>O(n) pa</a:t>
            </a:r>
            <a:r>
              <a:rPr lang="en-US" sz="3500" strike="noStrike" u="none">
                <a:solidFill>
                  <a:srgbClr val="FFFFFF"/>
                </a:solidFill>
                <a:latin typeface="Poppins 2"/>
                <a:ea typeface="Poppins 2"/>
                <a:cs typeface="Poppins 2"/>
                <a:sym typeface="Poppins 2"/>
              </a:rPr>
              <a:t>d</a:t>
            </a:r>
            <a:r>
              <a:rPr lang="en-US" sz="3500" strike="noStrike" u="none">
                <a:solidFill>
                  <a:srgbClr val="FFFFFF"/>
                </a:solidFill>
                <a:latin typeface="Poppins 2"/>
                <a:ea typeface="Poppins 2"/>
                <a:cs typeface="Poppins 2"/>
                <a:sym typeface="Poppins 2"/>
              </a:rPr>
              <a:t>a </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rray </a:t>
            </a:r>
            <a:r>
              <a:rPr lang="en-US" sz="3500" strike="noStrike" u="none">
                <a:solidFill>
                  <a:srgbClr val="FFFFFF"/>
                </a:solidFill>
                <a:latin typeface="Poppins 2"/>
                <a:ea typeface="Poppins 2"/>
                <a:cs typeface="Poppins 2"/>
                <a:sym typeface="Poppins 2"/>
              </a:rPr>
              <a:t>b</a:t>
            </a:r>
            <a:r>
              <a:rPr lang="en-US" sz="3500" strike="noStrike" u="none">
                <a:solidFill>
                  <a:srgbClr val="FFFFFF"/>
                </a:solidFill>
                <a:latin typeface="Poppins 2"/>
                <a:ea typeface="Poppins 2"/>
                <a:cs typeface="Poppins 2"/>
                <a:sym typeface="Poppins 2"/>
              </a:rPr>
              <a:t>i</a:t>
            </a:r>
            <a:r>
              <a:rPr lang="en-US" sz="3500" strike="noStrike" u="none">
                <a:solidFill>
                  <a:srgbClr val="FFFFFF"/>
                </a:solidFill>
                <a:latin typeface="Poppins 2"/>
                <a:ea typeface="Poppins 2"/>
                <a:cs typeface="Poppins 2"/>
                <a:sym typeface="Poppins 2"/>
              </a:rPr>
              <a:t>a</a:t>
            </a:r>
            <a:r>
              <a:rPr lang="en-US" sz="3500" strike="noStrike" u="none">
                <a:solidFill>
                  <a:srgbClr val="FFFFFF"/>
                </a:solidFill>
                <a:latin typeface="Poppins 2"/>
                <a:ea typeface="Poppins 2"/>
                <a:cs typeface="Poppins 2"/>
                <a:sym typeface="Poppins 2"/>
              </a:rPr>
              <a:t>s</a:t>
            </a:r>
            <a:r>
              <a:rPr lang="en-US" sz="3500" strike="noStrike" u="none">
                <a:solidFill>
                  <a:srgbClr val="FFFFFF"/>
                </a:solidFill>
                <a:latin typeface="Poppins 2"/>
                <a:ea typeface="Poppins 2"/>
                <a:cs typeface="Poppins 2"/>
                <a:sym typeface="Poppins 2"/>
              </a:rPr>
              <a:t>a.</a:t>
            </a:r>
          </a:p>
        </p:txBody>
      </p:sp>
      <p:grpSp>
        <p:nvGrpSpPr>
          <p:cNvPr name="Group 22" id="22"/>
          <p:cNvGrpSpPr/>
          <p:nvPr/>
        </p:nvGrpSpPr>
        <p:grpSpPr>
          <a:xfrm rot="0">
            <a:off x="1612729" y="10686000"/>
            <a:ext cx="29283366" cy="5397000"/>
            <a:chOff x="0" y="0"/>
            <a:chExt cx="39044488" cy="7196000"/>
          </a:xfrm>
        </p:grpSpPr>
        <p:sp>
          <p:nvSpPr>
            <p:cNvPr name="Freeform 23" id="23"/>
            <p:cNvSpPr/>
            <p:nvPr/>
          </p:nvSpPr>
          <p:spPr>
            <a:xfrm flipH="false" flipV="false" rot="0">
              <a:off x="0" y="0"/>
              <a:ext cx="39044488" cy="7196000"/>
            </a:xfrm>
            <a:custGeom>
              <a:avLst/>
              <a:gdLst/>
              <a:ahLst/>
              <a:cxnLst/>
              <a:rect r="r" b="b" t="t" l="l"/>
              <a:pathLst>
                <a:path h="7196000" w="39044488">
                  <a:moveTo>
                    <a:pt x="0" y="0"/>
                  </a:moveTo>
                  <a:lnTo>
                    <a:pt x="39044488" y="0"/>
                  </a:lnTo>
                  <a:lnTo>
                    <a:pt x="39044488" y="7196000"/>
                  </a:lnTo>
                  <a:lnTo>
                    <a:pt x="0" y="7196000"/>
                  </a:lnTo>
                  <a:close/>
                </a:path>
              </a:pathLst>
            </a:custGeom>
            <a:blipFill>
              <a:blip r:embed="rId11"/>
              <a:stretch>
                <a:fillRect l="-87" t="0" r="-87" b="0"/>
              </a:stretch>
            </a:blipFill>
          </p:spPr>
        </p:sp>
      </p:grpSp>
      <p:sp>
        <p:nvSpPr>
          <p:cNvPr name="TextBox 24" id="24"/>
          <p:cNvSpPr txBox="true"/>
          <p:nvPr/>
        </p:nvSpPr>
        <p:spPr>
          <a:xfrm rot="0">
            <a:off x="5133975" y="11677650"/>
            <a:ext cx="16535400" cy="733425"/>
          </a:xfrm>
          <a:prstGeom prst="rect">
            <a:avLst/>
          </a:prstGeom>
        </p:spPr>
        <p:txBody>
          <a:bodyPr anchor="t" rtlCol="false" tIns="0" lIns="0" bIns="0" rIns="0">
            <a:spAutoFit/>
          </a:bodyPr>
          <a:lstStyle/>
          <a:p>
            <a:pPr algn="l" marL="0" indent="0" lvl="0">
              <a:lnSpc>
                <a:spcPts val="5400"/>
              </a:lnSpc>
              <a:spcBef>
                <a:spcPct val="0"/>
              </a:spcBef>
            </a:pPr>
            <a:r>
              <a:rPr lang="en-US" b="true" sz="4500">
                <a:solidFill>
                  <a:srgbClr val="FFFFFF"/>
                </a:solidFill>
                <a:latin typeface="Poppins 2 Bold"/>
                <a:ea typeface="Poppins 2 Bold"/>
                <a:cs typeface="Poppins 2 Bold"/>
                <a:sym typeface="Poppins 2 Bold"/>
              </a:rPr>
              <a:t>G</a:t>
            </a:r>
            <a:r>
              <a:rPr lang="en-US" b="true" sz="4500" strike="noStrike" u="none">
                <a:solidFill>
                  <a:srgbClr val="FFFFFF"/>
                </a:solidFill>
                <a:latin typeface="Poppins 2 Bold"/>
                <a:ea typeface="Poppins 2 Bold"/>
                <a:cs typeface="Poppins 2 Bold"/>
                <a:sym typeface="Poppins 2 Bold"/>
              </a:rPr>
              <a:t>ra</a:t>
            </a:r>
            <a:r>
              <a:rPr lang="en-US" b="true" sz="4500" strike="noStrike" u="none">
                <a:solidFill>
                  <a:srgbClr val="FFFFFF"/>
                </a:solidFill>
                <a:latin typeface="Poppins 2 Bold"/>
                <a:ea typeface="Poppins 2 Bold"/>
                <a:cs typeface="Poppins 2 Bold"/>
                <a:sym typeface="Poppins 2 Bold"/>
              </a:rPr>
              <a:t>ph &amp;</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Adjace</a:t>
            </a:r>
            <a:r>
              <a:rPr lang="en-US" b="true" sz="4500" strike="noStrike" u="none">
                <a:solidFill>
                  <a:srgbClr val="FFFFFF"/>
                </a:solidFill>
                <a:latin typeface="Poppins 2 Bold"/>
                <a:ea typeface="Poppins 2 Bold"/>
                <a:cs typeface="Poppins 2 Bold"/>
                <a:sym typeface="Poppins 2 Bold"/>
              </a:rPr>
              <a:t>n</a:t>
            </a:r>
            <a:r>
              <a:rPr lang="en-US" b="true" sz="4500" strike="noStrike" u="none">
                <a:solidFill>
                  <a:srgbClr val="FFFFFF"/>
                </a:solidFill>
                <a:latin typeface="Poppins 2 Bold"/>
                <a:ea typeface="Poppins 2 Bold"/>
                <a:cs typeface="Poppins 2 Bold"/>
                <a:sym typeface="Poppins 2 Bold"/>
              </a:rPr>
              <a:t>cy Ma</a:t>
            </a:r>
            <a:r>
              <a:rPr lang="en-US" b="true" sz="4500" strike="noStrike" u="none">
                <a:solidFill>
                  <a:srgbClr val="FFFFFF"/>
                </a:solidFill>
                <a:latin typeface="Poppins 2 Bold"/>
                <a:ea typeface="Poppins 2 Bold"/>
                <a:cs typeface="Poppins 2 Bold"/>
                <a:sym typeface="Poppins 2 Bold"/>
              </a:rPr>
              <a:t>tr</a:t>
            </a:r>
            <a:r>
              <a:rPr lang="en-US" b="true" sz="4500" strike="noStrike" u="none">
                <a:solidFill>
                  <a:srgbClr val="FFFFFF"/>
                </a:solidFill>
                <a:latin typeface="Poppins 2 Bold"/>
                <a:ea typeface="Poppins 2 Bold"/>
                <a:cs typeface="Poppins 2 Bold"/>
                <a:sym typeface="Poppins 2 Bold"/>
              </a:rPr>
              <a:t>ix</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Op</a:t>
            </a:r>
            <a:r>
              <a:rPr lang="en-US" b="true" sz="4500" strike="noStrike" u="none">
                <a:solidFill>
                  <a:srgbClr val="FFFFFF"/>
                </a:solidFill>
                <a:latin typeface="Poppins 2 Bold"/>
                <a:ea typeface="Poppins 2 Bold"/>
                <a:cs typeface="Poppins 2 Bold"/>
                <a:sym typeface="Poppins 2 Bold"/>
              </a:rPr>
              <a:t>t</a:t>
            </a:r>
            <a:r>
              <a:rPr lang="en-US" b="true" sz="4500" strike="noStrike" u="none">
                <a:solidFill>
                  <a:srgbClr val="FFFFFF"/>
                </a:solidFill>
                <a:latin typeface="Poppins 2 Bold"/>
                <a:ea typeface="Poppins 2 Bold"/>
                <a:cs typeface="Poppins 2 Bold"/>
                <a:sym typeface="Poppins 2 Bold"/>
              </a:rPr>
              <a:t>im</a:t>
            </a:r>
            <a:r>
              <a:rPr lang="en-US" b="true" sz="4500" strike="noStrike" u="none">
                <a:solidFill>
                  <a:srgbClr val="FFFFFF"/>
                </a:solidFill>
                <a:latin typeface="Poppins 2 Bold"/>
                <a:ea typeface="Poppins 2 Bold"/>
                <a:cs typeface="Poppins 2 Bold"/>
                <a:sym typeface="Poppins 2 Bold"/>
              </a:rPr>
              <a:t>a</a:t>
            </a:r>
            <a:r>
              <a:rPr lang="en-US" b="true" sz="4500" strike="noStrike" u="none">
                <a:solidFill>
                  <a:srgbClr val="FFFFFF"/>
                </a:solidFill>
                <a:latin typeface="Poppins 2 Bold"/>
                <a:ea typeface="Poppins 2 Bold"/>
                <a:cs typeface="Poppins 2 Bold"/>
                <a:sym typeface="Poppins 2 Bold"/>
              </a:rPr>
              <a:t>si</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Rute K</a:t>
            </a:r>
            <a:r>
              <a:rPr lang="en-US" b="true" sz="4500" strike="noStrike" u="none">
                <a:solidFill>
                  <a:srgbClr val="FFFFFF"/>
                </a:solidFill>
                <a:latin typeface="Poppins 2 Bold"/>
                <a:ea typeface="Poppins 2 Bold"/>
                <a:cs typeface="Poppins 2 Bold"/>
                <a:sym typeface="Poppins 2 Bold"/>
              </a:rPr>
              <a:t>a</a:t>
            </a:r>
            <a:r>
              <a:rPr lang="en-US" b="true" sz="4500" strike="noStrike" u="none">
                <a:solidFill>
                  <a:srgbClr val="FFFFFF"/>
                </a:solidFill>
                <a:latin typeface="Poppins 2 Bold"/>
                <a:ea typeface="Poppins 2 Bold"/>
                <a:cs typeface="Poppins 2 Bold"/>
                <a:sym typeface="Poppins 2 Bold"/>
              </a:rPr>
              <a:t>mpus</a:t>
            </a:r>
            <a:r>
              <a:rPr lang="en-US" b="true" sz="4500" strike="noStrike" u="none">
                <a:solidFill>
                  <a:srgbClr val="FFFFFF"/>
                </a:solidFill>
                <a:latin typeface="Poppins 2 Bold"/>
                <a:ea typeface="Poppins 2 Bold"/>
                <a:cs typeface="Poppins 2 Bold"/>
                <a:sym typeface="Poppins 2 Bold"/>
              </a:rPr>
              <a:t>)</a:t>
            </a:r>
          </a:p>
        </p:txBody>
      </p:sp>
      <p:sp>
        <p:nvSpPr>
          <p:cNvPr name="TextBox 25" id="25"/>
          <p:cNvSpPr txBox="true"/>
          <p:nvPr/>
        </p:nvSpPr>
        <p:spPr>
          <a:xfrm rot="0">
            <a:off x="5133975" y="12811125"/>
            <a:ext cx="24437852" cy="2000250"/>
          </a:xfrm>
          <a:prstGeom prst="rect">
            <a:avLst/>
          </a:prstGeom>
        </p:spPr>
        <p:txBody>
          <a:bodyPr anchor="t" rtlCol="false" tIns="0" lIns="0" bIns="0" rIns="0">
            <a:spAutoFit/>
          </a:bodyPr>
          <a:lstStyle/>
          <a:p>
            <a:pPr algn="just" marL="0" indent="0" lvl="0">
              <a:lnSpc>
                <a:spcPts val="5250"/>
              </a:lnSpc>
            </a:pPr>
            <a:r>
              <a:rPr lang="en-US" sz="3500">
                <a:solidFill>
                  <a:srgbClr val="FFFFFF"/>
                </a:solidFill>
                <a:latin typeface="Poppins 2"/>
                <a:ea typeface="Poppins 2"/>
                <a:cs typeface="Poppins 2"/>
                <a:sym typeface="Poppins 2"/>
              </a:rPr>
              <a:t>Merupakan model matematika terbaik untuk memetakan ruang fisik. Penggunaan matriks ketetanggaan </a:t>
            </a:r>
            <a:r>
              <a:rPr lang="en-US" sz="3500">
                <a:solidFill>
                  <a:srgbClr val="FFFFFF"/>
                </a:solidFill>
                <a:latin typeface="Poppins 2"/>
                <a:ea typeface="Poppins 2"/>
                <a:cs typeface="Poppins 2"/>
                <a:sym typeface="Poppins 2"/>
              </a:rPr>
              <a:t>11x11 memberikan kecepatan konstan sebesar O(1) dalam memverifikasi keterhubungan antar-gedung. Matriks ini menjadi basis bagi Algoritma Dijkstra dalam mengalkulasi rute dengan jarak paling minimum.</a:t>
            </a:r>
          </a:p>
        </p:txBody>
      </p:sp>
      <p:sp>
        <p:nvSpPr>
          <p:cNvPr name="TextBox 26" id="26"/>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27" id="27"/>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09</a:t>
            </a:r>
          </a:p>
        </p:txBody>
      </p:sp>
      <p:sp>
        <p:nvSpPr>
          <p:cNvPr name="AutoShape 28" id="28"/>
          <p:cNvSpPr/>
          <p:nvPr/>
        </p:nvSpPr>
        <p:spPr>
          <a:xfrm>
            <a:off x="1228725" y="16849725"/>
            <a:ext cx="30060900" cy="0"/>
          </a:xfrm>
          <a:prstGeom prst="line">
            <a:avLst/>
          </a:prstGeom>
          <a:ln cap="flat" w="19050">
            <a:solidFill>
              <a:srgbClr val="00C2CB"/>
            </a:solidFill>
            <a:prstDash val="solid"/>
            <a:headEnd type="none" len="sm" w="sm"/>
            <a:tailEnd type="none" len="sm" w="sm"/>
          </a:ln>
        </p:spPr>
      </p:sp>
      <p:sp>
        <p:nvSpPr>
          <p:cNvPr name="TextBox 29" id="29"/>
          <p:cNvSpPr txBox="true"/>
          <p:nvPr/>
        </p:nvSpPr>
        <p:spPr>
          <a:xfrm rot="0">
            <a:off x="1828800" y="1254975"/>
            <a:ext cx="18424807" cy="2800350"/>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Komb</a:t>
            </a:r>
            <a:r>
              <a:rPr lang="en-US" b="true" sz="8999" strike="noStrike" u="none">
                <a:solidFill>
                  <a:srgbClr val="FFFFFF"/>
                </a:solidFill>
                <a:latin typeface="Poppins 2 Bold"/>
                <a:ea typeface="Poppins 2 Bold"/>
                <a:cs typeface="Poppins 2 Bold"/>
                <a:sym typeface="Poppins 2 Bold"/>
              </a:rPr>
              <a:t>inasi St</a:t>
            </a:r>
            <a:r>
              <a:rPr lang="en-US" b="true" sz="8999" strike="noStrike" u="none">
                <a:solidFill>
                  <a:srgbClr val="FFFFFF"/>
                </a:solidFill>
                <a:latin typeface="Poppins 2 Bold"/>
                <a:ea typeface="Poppins 2 Bold"/>
                <a:cs typeface="Poppins 2 Bold"/>
                <a:sym typeface="Poppins 2 Bold"/>
              </a:rPr>
              <a:t>ru</a:t>
            </a:r>
            <a:r>
              <a:rPr lang="en-US" b="true" sz="8999" strike="noStrike" u="none">
                <a:solidFill>
                  <a:srgbClr val="FFFFFF"/>
                </a:solidFill>
                <a:latin typeface="Poppins 2 Bold"/>
                <a:ea typeface="Poppins 2 Bold"/>
                <a:cs typeface="Poppins 2 Bold"/>
                <a:sym typeface="Poppins 2 Bold"/>
              </a:rPr>
              <a:t>k</a:t>
            </a:r>
            <a:r>
              <a:rPr lang="en-US" b="true" sz="8999" strike="noStrike" u="none">
                <a:solidFill>
                  <a:srgbClr val="FFFFFF"/>
                </a:solidFill>
                <a:latin typeface="Poppins 2 Bold"/>
                <a:ea typeface="Poppins 2 Bold"/>
                <a:cs typeface="Poppins 2 Bold"/>
                <a:sym typeface="Poppins 2 Bold"/>
              </a:rPr>
              <a:t>tur</a:t>
            </a:r>
            <a:r>
              <a:rPr lang="en-US" b="true" sz="8999" strike="noStrike" u="none">
                <a:solidFill>
                  <a:srgbClr val="FFFFFF"/>
                </a:solidFill>
                <a:latin typeface="Poppins 2 Bold"/>
                <a:ea typeface="Poppins 2 Bold"/>
                <a:cs typeface="Poppins 2 Bold"/>
                <a:sym typeface="Poppins 2 Bold"/>
              </a:rPr>
              <a:t> </a:t>
            </a:r>
            <a:r>
              <a:rPr lang="en-US" b="true" sz="8999" strike="noStrike" u="none">
                <a:solidFill>
                  <a:srgbClr val="FFFFFF"/>
                </a:solidFill>
                <a:latin typeface="Poppins 2 Bold"/>
                <a:ea typeface="Poppins 2 Bold"/>
                <a:cs typeface="Poppins 2 Bold"/>
                <a:sym typeface="Poppins 2 Bold"/>
              </a:rPr>
              <a:t>D</a:t>
            </a:r>
            <a:r>
              <a:rPr lang="en-US" b="true" sz="8999" strike="noStrike" u="none">
                <a:solidFill>
                  <a:srgbClr val="FFFFFF"/>
                </a:solidFill>
                <a:latin typeface="Poppins 2 Bold"/>
                <a:ea typeface="Poppins 2 Bold"/>
                <a:cs typeface="Poppins 2 Bold"/>
                <a:sym typeface="Poppins 2 Bold"/>
              </a:rPr>
              <a:t>ata</a:t>
            </a:r>
            <a:r>
              <a:rPr lang="en-US" b="true" sz="8999" strike="noStrike" u="none">
                <a:solidFill>
                  <a:srgbClr val="FFFFFF"/>
                </a:solidFill>
                <a:latin typeface="Poppins 2 Bold"/>
                <a:ea typeface="Poppins 2 Bold"/>
                <a:cs typeface="Poppins 2 Bold"/>
                <a:sym typeface="Poppins 2 Bold"/>
              </a:rPr>
              <a:t> Penduk</a:t>
            </a:r>
            <a:r>
              <a:rPr lang="en-US" b="true" sz="8999" strike="noStrike" u="none">
                <a:solidFill>
                  <a:srgbClr val="FFFFFF"/>
                </a:solidFill>
                <a:latin typeface="Poppins 2 Bold"/>
                <a:ea typeface="Poppins 2 Bold"/>
                <a:cs typeface="Poppins 2 Bold"/>
                <a:sym typeface="Poppins 2 Bold"/>
              </a:rPr>
              <a:t>ung</a:t>
            </a:r>
          </a:p>
        </p:txBody>
      </p:sp>
      <p:grpSp>
        <p:nvGrpSpPr>
          <p:cNvPr name="Group 30" id="30"/>
          <p:cNvGrpSpPr/>
          <p:nvPr/>
        </p:nvGrpSpPr>
        <p:grpSpPr>
          <a:xfrm rot="0">
            <a:off x="1212566" y="1270008"/>
            <a:ext cx="222500" cy="2785318"/>
            <a:chOff x="0" y="0"/>
            <a:chExt cx="357657" cy="4477257"/>
          </a:xfrm>
        </p:grpSpPr>
        <p:sp>
          <p:nvSpPr>
            <p:cNvPr name="Freeform 31" id="31"/>
            <p:cNvSpPr/>
            <p:nvPr/>
          </p:nvSpPr>
          <p:spPr>
            <a:xfrm flipH="false" flipV="false" rot="0">
              <a:off x="0" y="0"/>
              <a:ext cx="357657" cy="4477257"/>
            </a:xfrm>
            <a:custGeom>
              <a:avLst/>
              <a:gdLst/>
              <a:ahLst/>
              <a:cxnLst/>
              <a:rect r="r" b="b" t="t" l="l"/>
              <a:pathLst>
                <a:path h="4477257" w="357657">
                  <a:moveTo>
                    <a:pt x="0" y="0"/>
                  </a:moveTo>
                  <a:lnTo>
                    <a:pt x="357657" y="0"/>
                  </a:lnTo>
                  <a:lnTo>
                    <a:pt x="357657" y="4477257"/>
                  </a:lnTo>
                  <a:lnTo>
                    <a:pt x="0" y="4477257"/>
                  </a:lnTo>
                  <a:close/>
                </a:path>
              </a:pathLst>
            </a:custGeom>
            <a:blipFill>
              <a:blip r:embed="rId12"/>
              <a:stretch>
                <a:fillRect l="-83006" t="0" r="-83006" b="0"/>
              </a:stretch>
            </a:blipFill>
          </p:spPr>
        </p:sp>
      </p:grpSp>
      <p:sp>
        <p:nvSpPr>
          <p:cNvPr name="Freeform 32" id="32"/>
          <p:cNvSpPr/>
          <p:nvPr/>
        </p:nvSpPr>
        <p:spPr>
          <a:xfrm flipH="false" flipV="false" rot="0">
            <a:off x="2762250" y="6381750"/>
            <a:ext cx="1524000" cy="1524000"/>
          </a:xfrm>
          <a:custGeom>
            <a:avLst/>
            <a:gdLst/>
            <a:ahLst/>
            <a:cxnLst/>
            <a:rect r="r" b="b" t="t" l="l"/>
            <a:pathLst>
              <a:path h="1524000" w="1524000">
                <a:moveTo>
                  <a:pt x="0" y="0"/>
                </a:moveTo>
                <a:lnTo>
                  <a:pt x="1524000" y="0"/>
                </a:lnTo>
                <a:lnTo>
                  <a:pt x="1524000" y="1524000"/>
                </a:lnTo>
                <a:lnTo>
                  <a:pt x="0" y="1524000"/>
                </a:lnTo>
                <a:lnTo>
                  <a:pt x="0" y="0"/>
                </a:lnTo>
                <a:close/>
              </a:path>
            </a:pathLst>
          </a:custGeom>
          <a:blipFill>
            <a:blip r:embed="rId13"/>
            <a:stretch>
              <a:fillRect l="0" t="0" r="0" b="0"/>
            </a:stretch>
          </a:blipFill>
        </p:spPr>
      </p:sp>
      <p:sp>
        <p:nvSpPr>
          <p:cNvPr name="Freeform 33" id="33"/>
          <p:cNvSpPr/>
          <p:nvPr/>
        </p:nvSpPr>
        <p:spPr>
          <a:xfrm flipH="false" flipV="false" rot="0">
            <a:off x="2857500" y="11620500"/>
            <a:ext cx="1524000" cy="1333500"/>
          </a:xfrm>
          <a:custGeom>
            <a:avLst/>
            <a:gdLst/>
            <a:ahLst/>
            <a:cxnLst/>
            <a:rect r="r" b="b" t="t" l="l"/>
            <a:pathLst>
              <a:path h="1333500" w="1524000">
                <a:moveTo>
                  <a:pt x="0" y="0"/>
                </a:moveTo>
                <a:lnTo>
                  <a:pt x="1524000" y="0"/>
                </a:lnTo>
                <a:lnTo>
                  <a:pt x="1524000" y="1333500"/>
                </a:lnTo>
                <a:lnTo>
                  <a:pt x="0" y="1333500"/>
                </a:lnTo>
                <a:lnTo>
                  <a:pt x="0" y="0"/>
                </a:lnTo>
                <a:close/>
              </a:path>
            </a:pathLst>
          </a:custGeom>
          <a:blipFill>
            <a:blip r:embed="rId1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26916066" y="-108000"/>
            <a:ext cx="5933862" cy="5397000"/>
            <a:chOff x="0" y="0"/>
            <a:chExt cx="7911816" cy="7196000"/>
          </a:xfrm>
        </p:grpSpPr>
        <p:sp>
          <p:nvSpPr>
            <p:cNvPr name="Freeform 5" id="5"/>
            <p:cNvSpPr/>
            <p:nvPr/>
          </p:nvSpPr>
          <p:spPr>
            <a:xfrm flipH="false" flipV="false" rot="0">
              <a:off x="0" y="0"/>
              <a:ext cx="7911816" cy="7196000"/>
            </a:xfrm>
            <a:custGeom>
              <a:avLst/>
              <a:gdLst/>
              <a:ahLst/>
              <a:cxnLst/>
              <a:rect r="r" b="b" t="t" l="l"/>
              <a:pathLst>
                <a:path h="7196000" w="7911816">
                  <a:moveTo>
                    <a:pt x="0" y="0"/>
                  </a:moveTo>
                  <a:lnTo>
                    <a:pt x="7911816" y="0"/>
                  </a:lnTo>
                  <a:lnTo>
                    <a:pt x="7911816" y="7196000"/>
                  </a:lnTo>
                  <a:lnTo>
                    <a:pt x="0" y="7196000"/>
                  </a:lnTo>
                  <a:close/>
                </a:path>
              </a:pathLst>
            </a:custGeom>
            <a:blipFill>
              <a:blip r:embed="rId3"/>
              <a:stretch>
                <a:fillRect l="0" t="-57" r="0" b="-57"/>
              </a:stretch>
            </a:blipFill>
          </p:spPr>
        </p:sp>
      </p:grpSp>
      <p:grpSp>
        <p:nvGrpSpPr>
          <p:cNvPr name="Group 6" id="6"/>
          <p:cNvGrpSpPr/>
          <p:nvPr/>
        </p:nvGrpSpPr>
        <p:grpSpPr>
          <a:xfrm rot="0">
            <a:off x="26120061" y="1434000"/>
            <a:ext cx="1206069" cy="771000"/>
            <a:chOff x="0" y="0"/>
            <a:chExt cx="1608093" cy="1028000"/>
          </a:xfrm>
        </p:grpSpPr>
        <p:sp>
          <p:nvSpPr>
            <p:cNvPr name="Freeform 7" id="7"/>
            <p:cNvSpPr/>
            <p:nvPr/>
          </p:nvSpPr>
          <p:spPr>
            <a:xfrm flipH="false" flipV="false" rot="0">
              <a:off x="0" y="0"/>
              <a:ext cx="1608093" cy="1028000"/>
            </a:xfrm>
            <a:custGeom>
              <a:avLst/>
              <a:gdLst/>
              <a:ahLst/>
              <a:cxnLst/>
              <a:rect r="r" b="b" t="t" l="l"/>
              <a:pathLst>
                <a:path h="1028000" w="1608093">
                  <a:moveTo>
                    <a:pt x="0" y="0"/>
                  </a:moveTo>
                  <a:lnTo>
                    <a:pt x="1608093" y="0"/>
                  </a:lnTo>
                  <a:lnTo>
                    <a:pt x="1608093" y="1028000"/>
                  </a:lnTo>
                  <a:lnTo>
                    <a:pt x="0" y="1028000"/>
                  </a:lnTo>
                  <a:close/>
                </a:path>
              </a:pathLst>
            </a:custGeom>
            <a:blipFill>
              <a:blip r:embed="rId4"/>
              <a:stretch>
                <a:fillRect l="0" t="-57" r="0" b="-57"/>
              </a:stretch>
            </a:blipFill>
          </p:spPr>
        </p:sp>
      </p:grpSp>
      <p:grpSp>
        <p:nvGrpSpPr>
          <p:cNvPr name="Group 8" id="8"/>
          <p:cNvGrpSpPr/>
          <p:nvPr/>
        </p:nvGrpSpPr>
        <p:grpSpPr>
          <a:xfrm rot="0">
            <a:off x="26916066" y="3361500"/>
            <a:ext cx="2002075" cy="1927500"/>
            <a:chOff x="0" y="0"/>
            <a:chExt cx="2669434" cy="2570000"/>
          </a:xfrm>
        </p:grpSpPr>
        <p:sp>
          <p:nvSpPr>
            <p:cNvPr name="Freeform 9" id="9"/>
            <p:cNvSpPr/>
            <p:nvPr/>
          </p:nvSpPr>
          <p:spPr>
            <a:xfrm flipH="false" flipV="false" rot="0">
              <a:off x="0" y="0"/>
              <a:ext cx="2669434" cy="2570000"/>
            </a:xfrm>
            <a:custGeom>
              <a:avLst/>
              <a:gdLst/>
              <a:ahLst/>
              <a:cxnLst/>
              <a:rect r="r" b="b" t="t" l="l"/>
              <a:pathLst>
                <a:path h="2570000" w="2669434">
                  <a:moveTo>
                    <a:pt x="0" y="0"/>
                  </a:moveTo>
                  <a:lnTo>
                    <a:pt x="2669434" y="0"/>
                  </a:lnTo>
                  <a:lnTo>
                    <a:pt x="2669434" y="2570000"/>
                  </a:lnTo>
                  <a:lnTo>
                    <a:pt x="0" y="2570000"/>
                  </a:lnTo>
                  <a:close/>
                </a:path>
              </a:pathLst>
            </a:custGeom>
            <a:blipFill>
              <a:blip r:embed="rId5"/>
              <a:stretch>
                <a:fillRect l="0" t="-57" r="0" b="-57"/>
              </a:stretch>
            </a:blipFill>
          </p:spPr>
        </p:sp>
      </p:grpSp>
      <p:grpSp>
        <p:nvGrpSpPr>
          <p:cNvPr name="Group 10" id="10"/>
          <p:cNvGrpSpPr/>
          <p:nvPr/>
        </p:nvGrpSpPr>
        <p:grpSpPr>
          <a:xfrm rot="0">
            <a:off x="31643859" y="4132500"/>
            <a:ext cx="1206069" cy="2313000"/>
            <a:chOff x="0" y="0"/>
            <a:chExt cx="1608093" cy="3084000"/>
          </a:xfrm>
        </p:grpSpPr>
        <p:sp>
          <p:nvSpPr>
            <p:cNvPr name="Freeform 11" id="11"/>
            <p:cNvSpPr/>
            <p:nvPr/>
          </p:nvSpPr>
          <p:spPr>
            <a:xfrm flipH="false" flipV="false" rot="0">
              <a:off x="0" y="0"/>
              <a:ext cx="1608093" cy="3084000"/>
            </a:xfrm>
            <a:custGeom>
              <a:avLst/>
              <a:gdLst/>
              <a:ahLst/>
              <a:cxnLst/>
              <a:rect r="r" b="b" t="t" l="l"/>
              <a:pathLst>
                <a:path h="3084000" w="1608093">
                  <a:moveTo>
                    <a:pt x="0" y="0"/>
                  </a:moveTo>
                  <a:lnTo>
                    <a:pt x="1608093" y="0"/>
                  </a:lnTo>
                  <a:lnTo>
                    <a:pt x="1608093" y="3084000"/>
                  </a:lnTo>
                  <a:lnTo>
                    <a:pt x="0" y="3084000"/>
                  </a:lnTo>
                  <a:close/>
                </a:path>
              </a:pathLst>
            </a:custGeom>
            <a:blipFill>
              <a:blip r:embed="rId6"/>
              <a:stretch>
                <a:fillRect l="0" t="-57" r="0" b="-57"/>
              </a:stretch>
            </a:blipFill>
          </p:spPr>
        </p:sp>
      </p:grpSp>
      <p:grpSp>
        <p:nvGrpSpPr>
          <p:cNvPr name="Group 12" id="12"/>
          <p:cNvGrpSpPr/>
          <p:nvPr/>
        </p:nvGrpSpPr>
        <p:grpSpPr>
          <a:xfrm rot="0">
            <a:off x="-341103" y="11842500"/>
            <a:ext cx="7525873" cy="6553500"/>
            <a:chOff x="0" y="0"/>
            <a:chExt cx="10034498" cy="8738000"/>
          </a:xfrm>
        </p:grpSpPr>
        <p:sp>
          <p:nvSpPr>
            <p:cNvPr name="Freeform 13" id="13"/>
            <p:cNvSpPr/>
            <p:nvPr/>
          </p:nvSpPr>
          <p:spPr>
            <a:xfrm flipH="false" flipV="false" rot="0">
              <a:off x="0" y="0"/>
              <a:ext cx="10034498" cy="8738000"/>
            </a:xfrm>
            <a:custGeom>
              <a:avLst/>
              <a:gdLst/>
              <a:ahLst/>
              <a:cxnLst/>
              <a:rect r="r" b="b" t="t" l="l"/>
              <a:pathLst>
                <a:path h="8738000" w="10034498">
                  <a:moveTo>
                    <a:pt x="0" y="0"/>
                  </a:moveTo>
                  <a:lnTo>
                    <a:pt x="10034498" y="0"/>
                  </a:lnTo>
                  <a:lnTo>
                    <a:pt x="10034498" y="8738000"/>
                  </a:lnTo>
                  <a:lnTo>
                    <a:pt x="0" y="8738000"/>
                  </a:lnTo>
                  <a:close/>
                </a:path>
              </a:pathLst>
            </a:custGeom>
            <a:blipFill>
              <a:blip r:embed="rId7"/>
              <a:stretch>
                <a:fillRect l="0" t="-57" r="0" b="-57"/>
              </a:stretch>
            </a:blipFill>
          </p:spPr>
        </p:sp>
      </p:grpSp>
      <p:grpSp>
        <p:nvGrpSpPr>
          <p:cNvPr name="Group 14" id="14"/>
          <p:cNvGrpSpPr/>
          <p:nvPr/>
        </p:nvGrpSpPr>
        <p:grpSpPr>
          <a:xfrm rot="0">
            <a:off x="44839" y="11457000"/>
            <a:ext cx="1206069" cy="1542000"/>
            <a:chOff x="0" y="0"/>
            <a:chExt cx="1608093" cy="2056000"/>
          </a:xfrm>
        </p:grpSpPr>
        <p:sp>
          <p:nvSpPr>
            <p:cNvPr name="Freeform 15" id="15"/>
            <p:cNvSpPr/>
            <p:nvPr/>
          </p:nvSpPr>
          <p:spPr>
            <a:xfrm flipH="false" flipV="false" rot="0">
              <a:off x="0" y="0"/>
              <a:ext cx="1608093" cy="2056000"/>
            </a:xfrm>
            <a:custGeom>
              <a:avLst/>
              <a:gdLst/>
              <a:ahLst/>
              <a:cxnLst/>
              <a:rect r="r" b="b" t="t" l="l"/>
              <a:pathLst>
                <a:path h="2056000" w="1608093">
                  <a:moveTo>
                    <a:pt x="0" y="0"/>
                  </a:moveTo>
                  <a:lnTo>
                    <a:pt x="1608093" y="0"/>
                  </a:lnTo>
                  <a:lnTo>
                    <a:pt x="1608093" y="2056000"/>
                  </a:lnTo>
                  <a:lnTo>
                    <a:pt x="0" y="2056000"/>
                  </a:lnTo>
                  <a:close/>
                </a:path>
              </a:pathLst>
            </a:custGeom>
            <a:blipFill>
              <a:blip r:embed="rId8"/>
              <a:stretch>
                <a:fillRect l="0" t="-57" r="0" b="-57"/>
              </a:stretch>
            </a:blipFill>
          </p:spPr>
        </p:sp>
      </p:grpSp>
      <p:grpSp>
        <p:nvGrpSpPr>
          <p:cNvPr name="Group 16" id="16"/>
          <p:cNvGrpSpPr/>
          <p:nvPr/>
        </p:nvGrpSpPr>
        <p:grpSpPr>
          <a:xfrm rot="0">
            <a:off x="5568637" y="15697500"/>
            <a:ext cx="1206069" cy="1156500"/>
            <a:chOff x="0" y="0"/>
            <a:chExt cx="1608093" cy="1542000"/>
          </a:xfrm>
        </p:grpSpPr>
        <p:sp>
          <p:nvSpPr>
            <p:cNvPr name="Freeform 17" id="17"/>
            <p:cNvSpPr/>
            <p:nvPr/>
          </p:nvSpPr>
          <p:spPr>
            <a:xfrm flipH="false" flipV="false" rot="0">
              <a:off x="0" y="0"/>
              <a:ext cx="1608093" cy="1542000"/>
            </a:xfrm>
            <a:custGeom>
              <a:avLst/>
              <a:gdLst/>
              <a:ahLst/>
              <a:cxnLst/>
              <a:rect r="r" b="b" t="t" l="l"/>
              <a:pathLst>
                <a:path h="1542000" w="1608093">
                  <a:moveTo>
                    <a:pt x="0" y="0"/>
                  </a:moveTo>
                  <a:lnTo>
                    <a:pt x="1608093" y="0"/>
                  </a:lnTo>
                  <a:lnTo>
                    <a:pt x="1608093" y="1542000"/>
                  </a:lnTo>
                  <a:lnTo>
                    <a:pt x="0" y="1542000"/>
                  </a:lnTo>
                  <a:close/>
                </a:path>
              </a:pathLst>
            </a:custGeom>
            <a:blipFill>
              <a:blip r:embed="rId9"/>
              <a:stretch>
                <a:fillRect l="0" t="-57" r="0" b="-57"/>
              </a:stretch>
            </a:blipFill>
          </p:spPr>
        </p:sp>
      </p:grpSp>
      <p:sp>
        <p:nvSpPr>
          <p:cNvPr name="AutoShape 18" id="18"/>
          <p:cNvSpPr/>
          <p:nvPr/>
        </p:nvSpPr>
        <p:spPr>
          <a:xfrm>
            <a:off x="1228725" y="16849725"/>
            <a:ext cx="30060900" cy="0"/>
          </a:xfrm>
          <a:prstGeom prst="line">
            <a:avLst/>
          </a:prstGeom>
          <a:ln cap="flat" w="19050">
            <a:solidFill>
              <a:srgbClr val="00C2CB"/>
            </a:solidFill>
            <a:prstDash val="solid"/>
            <a:headEnd type="none" len="sm" w="sm"/>
            <a:tailEnd type="none" len="sm" w="sm"/>
          </a:ln>
        </p:spPr>
      </p:sp>
      <p:grpSp>
        <p:nvGrpSpPr>
          <p:cNvPr name="Group 19" id="19"/>
          <p:cNvGrpSpPr/>
          <p:nvPr/>
        </p:nvGrpSpPr>
        <p:grpSpPr>
          <a:xfrm rot="0">
            <a:off x="1600106" y="5671341"/>
            <a:ext cx="6479197" cy="6945318"/>
            <a:chOff x="0" y="0"/>
            <a:chExt cx="10549087" cy="11308000"/>
          </a:xfrm>
        </p:grpSpPr>
        <p:sp>
          <p:nvSpPr>
            <p:cNvPr name="Freeform 20" id="20"/>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0"/>
              <a:stretch>
                <a:fillRect l="0" t="-57" r="0" b="-57"/>
              </a:stretch>
            </a:blipFill>
          </p:spPr>
        </p:sp>
      </p:grpSp>
      <p:sp>
        <p:nvSpPr>
          <p:cNvPr name="Freeform 21" id="21"/>
          <p:cNvSpPr/>
          <p:nvPr/>
        </p:nvSpPr>
        <p:spPr>
          <a:xfrm flipH="false" flipV="false" rot="0">
            <a:off x="3339689" y="7182152"/>
            <a:ext cx="3000031" cy="2988974"/>
          </a:xfrm>
          <a:custGeom>
            <a:avLst/>
            <a:gdLst/>
            <a:ahLst/>
            <a:cxnLst/>
            <a:rect r="r" b="b" t="t" l="l"/>
            <a:pathLst>
              <a:path h="2988974" w="3000031">
                <a:moveTo>
                  <a:pt x="0" y="0"/>
                </a:moveTo>
                <a:lnTo>
                  <a:pt x="3000032" y="0"/>
                </a:lnTo>
                <a:lnTo>
                  <a:pt x="3000032" y="2988974"/>
                </a:lnTo>
                <a:lnTo>
                  <a:pt x="0" y="2988974"/>
                </a:lnTo>
                <a:lnTo>
                  <a:pt x="0" y="0"/>
                </a:lnTo>
                <a:close/>
              </a:path>
            </a:pathLst>
          </a:custGeom>
          <a:blipFill>
            <a:blip r:embed="rId11">
              <a:extLst>
                <a:ext uri="{96DAC541-7B7A-43D3-8B79-37D633B846F1}">
                  <asvg:svgBlip xmlns:asvg="http://schemas.microsoft.com/office/drawing/2016/SVG/main" r:embed="rId12"/>
                </a:ext>
              </a:extLst>
            </a:blip>
            <a:stretch>
              <a:fillRect l="0" t="0" r="-136195" b="0"/>
            </a:stretch>
          </a:blipFill>
        </p:spPr>
      </p:sp>
      <p:grpSp>
        <p:nvGrpSpPr>
          <p:cNvPr name="Group 22" id="22"/>
          <p:cNvGrpSpPr/>
          <p:nvPr/>
        </p:nvGrpSpPr>
        <p:grpSpPr>
          <a:xfrm rot="0">
            <a:off x="9419635" y="5671341"/>
            <a:ext cx="6479197" cy="6945318"/>
            <a:chOff x="0" y="0"/>
            <a:chExt cx="10549087" cy="11308000"/>
          </a:xfrm>
        </p:grpSpPr>
        <p:sp>
          <p:nvSpPr>
            <p:cNvPr name="Freeform 23" id="23"/>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0"/>
              <a:stretch>
                <a:fillRect l="0" t="-57" r="0" b="-57"/>
              </a:stretch>
            </a:blipFill>
          </p:spPr>
        </p:sp>
      </p:grpSp>
      <p:grpSp>
        <p:nvGrpSpPr>
          <p:cNvPr name="Group 24" id="24"/>
          <p:cNvGrpSpPr/>
          <p:nvPr/>
        </p:nvGrpSpPr>
        <p:grpSpPr>
          <a:xfrm rot="0">
            <a:off x="17241857" y="5671341"/>
            <a:ext cx="6479197" cy="6945318"/>
            <a:chOff x="0" y="0"/>
            <a:chExt cx="10549087" cy="11308000"/>
          </a:xfrm>
        </p:grpSpPr>
        <p:sp>
          <p:nvSpPr>
            <p:cNvPr name="Freeform 25" id="25"/>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0"/>
              <a:stretch>
                <a:fillRect l="0" t="-57" r="0" b="-57"/>
              </a:stretch>
            </a:blipFill>
          </p:spPr>
        </p:sp>
      </p:grpSp>
      <p:grpSp>
        <p:nvGrpSpPr>
          <p:cNvPr name="Group 26" id="26"/>
          <p:cNvGrpSpPr/>
          <p:nvPr/>
        </p:nvGrpSpPr>
        <p:grpSpPr>
          <a:xfrm rot="0">
            <a:off x="25064080" y="5671341"/>
            <a:ext cx="6479197" cy="6945318"/>
            <a:chOff x="0" y="0"/>
            <a:chExt cx="10549087" cy="11308000"/>
          </a:xfrm>
        </p:grpSpPr>
        <p:sp>
          <p:nvSpPr>
            <p:cNvPr name="Freeform 27" id="27"/>
            <p:cNvSpPr/>
            <p:nvPr/>
          </p:nvSpPr>
          <p:spPr>
            <a:xfrm flipH="false" flipV="false" rot="0">
              <a:off x="0" y="0"/>
              <a:ext cx="10549088" cy="11308000"/>
            </a:xfrm>
            <a:custGeom>
              <a:avLst/>
              <a:gdLst/>
              <a:ahLst/>
              <a:cxnLst/>
              <a:rect r="r" b="b" t="t" l="l"/>
              <a:pathLst>
                <a:path h="11308000" w="10549088">
                  <a:moveTo>
                    <a:pt x="0" y="0"/>
                  </a:moveTo>
                  <a:lnTo>
                    <a:pt x="10549088" y="0"/>
                  </a:lnTo>
                  <a:lnTo>
                    <a:pt x="10549088" y="11308000"/>
                  </a:lnTo>
                  <a:lnTo>
                    <a:pt x="0" y="11308000"/>
                  </a:lnTo>
                  <a:close/>
                </a:path>
              </a:pathLst>
            </a:custGeom>
            <a:blipFill>
              <a:blip r:embed="rId10"/>
              <a:stretch>
                <a:fillRect l="0" t="-57" r="0" b="-57"/>
              </a:stretch>
            </a:blipFill>
          </p:spPr>
        </p:sp>
      </p:grpSp>
      <p:sp>
        <p:nvSpPr>
          <p:cNvPr name="Freeform 28" id="28"/>
          <p:cNvSpPr/>
          <p:nvPr/>
        </p:nvSpPr>
        <p:spPr>
          <a:xfrm flipH="false" flipV="false" rot="0">
            <a:off x="18986969" y="7182152"/>
            <a:ext cx="2988974" cy="2988974"/>
          </a:xfrm>
          <a:custGeom>
            <a:avLst/>
            <a:gdLst/>
            <a:ahLst/>
            <a:cxnLst/>
            <a:rect r="r" b="b" t="t" l="l"/>
            <a:pathLst>
              <a:path h="2988974" w="2988974">
                <a:moveTo>
                  <a:pt x="0" y="0"/>
                </a:moveTo>
                <a:lnTo>
                  <a:pt x="2988974" y="0"/>
                </a:lnTo>
                <a:lnTo>
                  <a:pt x="2988974" y="2988974"/>
                </a:lnTo>
                <a:lnTo>
                  <a:pt x="0" y="2988974"/>
                </a:lnTo>
                <a:lnTo>
                  <a:pt x="0" y="0"/>
                </a:lnTo>
                <a:close/>
              </a:path>
            </a:pathLst>
          </a:custGeom>
          <a:blipFill>
            <a:blip r:embed="rId13"/>
            <a:stretch>
              <a:fillRect l="0" t="0" r="0" b="0"/>
            </a:stretch>
          </a:blipFill>
        </p:spPr>
      </p:sp>
      <p:sp>
        <p:nvSpPr>
          <p:cNvPr name="Freeform 29" id="29"/>
          <p:cNvSpPr/>
          <p:nvPr/>
        </p:nvSpPr>
        <p:spPr>
          <a:xfrm flipH="false" flipV="false" rot="0">
            <a:off x="26809192" y="7182152"/>
            <a:ext cx="2988974" cy="2988974"/>
          </a:xfrm>
          <a:custGeom>
            <a:avLst/>
            <a:gdLst/>
            <a:ahLst/>
            <a:cxnLst/>
            <a:rect r="r" b="b" t="t" l="l"/>
            <a:pathLst>
              <a:path h="2988974" w="2988974">
                <a:moveTo>
                  <a:pt x="0" y="0"/>
                </a:moveTo>
                <a:lnTo>
                  <a:pt x="2988973" y="0"/>
                </a:lnTo>
                <a:lnTo>
                  <a:pt x="2988973" y="2988974"/>
                </a:lnTo>
                <a:lnTo>
                  <a:pt x="0" y="2988974"/>
                </a:lnTo>
                <a:lnTo>
                  <a:pt x="0" y="0"/>
                </a:lnTo>
                <a:close/>
              </a:path>
            </a:pathLst>
          </a:custGeom>
          <a:blipFill>
            <a:blip r:embed="rId14"/>
            <a:stretch>
              <a:fillRect l="0" t="0" r="0" b="0"/>
            </a:stretch>
          </a:blipFill>
        </p:spPr>
      </p:sp>
      <p:sp>
        <p:nvSpPr>
          <p:cNvPr name="Freeform 30" id="30"/>
          <p:cNvSpPr/>
          <p:nvPr/>
        </p:nvSpPr>
        <p:spPr>
          <a:xfrm flipH="false" flipV="false" rot="0">
            <a:off x="11164747" y="7182152"/>
            <a:ext cx="2988974" cy="2988974"/>
          </a:xfrm>
          <a:custGeom>
            <a:avLst/>
            <a:gdLst/>
            <a:ahLst/>
            <a:cxnLst/>
            <a:rect r="r" b="b" t="t" l="l"/>
            <a:pathLst>
              <a:path h="2988974" w="2988974">
                <a:moveTo>
                  <a:pt x="0" y="0"/>
                </a:moveTo>
                <a:lnTo>
                  <a:pt x="2988973" y="0"/>
                </a:lnTo>
                <a:lnTo>
                  <a:pt x="2988973" y="2988974"/>
                </a:lnTo>
                <a:lnTo>
                  <a:pt x="0" y="298897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1" id="31"/>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32" id="32"/>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10</a:t>
            </a:r>
          </a:p>
        </p:txBody>
      </p:sp>
      <p:sp>
        <p:nvSpPr>
          <p:cNvPr name="TextBox 33" id="33"/>
          <p:cNvSpPr txBox="true"/>
          <p:nvPr/>
        </p:nvSpPr>
        <p:spPr>
          <a:xfrm rot="0">
            <a:off x="4366749" y="10985251"/>
            <a:ext cx="945912" cy="708025"/>
          </a:xfrm>
          <a:prstGeom prst="rect">
            <a:avLst/>
          </a:prstGeom>
        </p:spPr>
        <p:txBody>
          <a:bodyPr anchor="t" rtlCol="false" tIns="0" lIns="0" bIns="0" rIns="0">
            <a:spAutoFit/>
          </a:bodyPr>
          <a:lstStyle/>
          <a:p>
            <a:pPr algn="ctr" marL="0" indent="0" lvl="0">
              <a:lnSpc>
                <a:spcPts val="5000"/>
              </a:lnSpc>
              <a:spcBef>
                <a:spcPct val="0"/>
              </a:spcBef>
            </a:pPr>
            <a:r>
              <a:rPr lang="en-US" b="true" sz="5000">
                <a:solidFill>
                  <a:srgbClr val="FFFFFF"/>
                </a:solidFill>
                <a:latin typeface="Poppins 2 Semi-Bold"/>
                <a:ea typeface="Poppins 2 Semi-Bold"/>
                <a:cs typeface="Poppins 2 Semi-Bold"/>
                <a:sym typeface="Poppins 2 Semi-Bold"/>
              </a:rPr>
              <a:t>Git</a:t>
            </a:r>
          </a:p>
        </p:txBody>
      </p:sp>
      <p:sp>
        <p:nvSpPr>
          <p:cNvPr name="TextBox 34" id="34"/>
          <p:cNvSpPr txBox="true"/>
          <p:nvPr/>
        </p:nvSpPr>
        <p:spPr>
          <a:xfrm rot="0">
            <a:off x="2058482" y="6141629"/>
            <a:ext cx="613354" cy="819148"/>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FFFFFF"/>
                </a:solidFill>
                <a:latin typeface="Poppins 2 Semi-Bold"/>
                <a:ea typeface="Poppins 2 Semi-Bold"/>
                <a:cs typeface="Poppins 2 Semi-Bold"/>
                <a:sym typeface="Poppins 2 Semi-Bold"/>
              </a:rPr>
              <a:t>01</a:t>
            </a:r>
          </a:p>
        </p:txBody>
      </p:sp>
      <p:sp>
        <p:nvSpPr>
          <p:cNvPr name="TextBox 35" id="35"/>
          <p:cNvSpPr txBox="true"/>
          <p:nvPr/>
        </p:nvSpPr>
        <p:spPr>
          <a:xfrm rot="0">
            <a:off x="11494377" y="10985251"/>
            <a:ext cx="2329714" cy="708025"/>
          </a:xfrm>
          <a:prstGeom prst="rect">
            <a:avLst/>
          </a:prstGeom>
        </p:spPr>
        <p:txBody>
          <a:bodyPr anchor="t" rtlCol="false" tIns="0" lIns="0" bIns="0" rIns="0">
            <a:spAutoFit/>
          </a:bodyPr>
          <a:lstStyle/>
          <a:p>
            <a:pPr algn="ctr" marL="0" indent="0" lvl="0">
              <a:lnSpc>
                <a:spcPts val="5000"/>
              </a:lnSpc>
              <a:spcBef>
                <a:spcPct val="0"/>
              </a:spcBef>
            </a:pPr>
            <a:r>
              <a:rPr lang="en-US" b="true" sz="5000">
                <a:solidFill>
                  <a:srgbClr val="FFFFFF"/>
                </a:solidFill>
                <a:latin typeface="Poppins 2 Semi-Bold"/>
                <a:ea typeface="Poppins 2 Semi-Bold"/>
                <a:cs typeface="Poppins 2 Semi-Bold"/>
                <a:sym typeface="Poppins 2 Semi-Bold"/>
              </a:rPr>
              <a:t>GitHub</a:t>
            </a:r>
          </a:p>
        </p:txBody>
      </p:sp>
      <p:sp>
        <p:nvSpPr>
          <p:cNvPr name="TextBox 36" id="36"/>
          <p:cNvSpPr txBox="true"/>
          <p:nvPr/>
        </p:nvSpPr>
        <p:spPr>
          <a:xfrm rot="0">
            <a:off x="9878011" y="6141629"/>
            <a:ext cx="709451" cy="819148"/>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FFFFFF"/>
                </a:solidFill>
                <a:latin typeface="Poppins 2 Semi-Bold"/>
                <a:ea typeface="Poppins 2 Semi-Bold"/>
                <a:cs typeface="Poppins 2 Semi-Bold"/>
                <a:sym typeface="Poppins 2 Semi-Bold"/>
              </a:rPr>
              <a:t>02</a:t>
            </a:r>
          </a:p>
        </p:txBody>
      </p:sp>
      <p:sp>
        <p:nvSpPr>
          <p:cNvPr name="TextBox 37" id="37"/>
          <p:cNvSpPr txBox="true"/>
          <p:nvPr/>
        </p:nvSpPr>
        <p:spPr>
          <a:xfrm rot="0">
            <a:off x="18211480" y="10670926"/>
            <a:ext cx="4539952" cy="1336675"/>
          </a:xfrm>
          <a:prstGeom prst="rect">
            <a:avLst/>
          </a:prstGeom>
        </p:spPr>
        <p:txBody>
          <a:bodyPr anchor="t" rtlCol="false" tIns="0" lIns="0" bIns="0" rIns="0">
            <a:spAutoFit/>
          </a:bodyPr>
          <a:lstStyle/>
          <a:p>
            <a:pPr algn="ctr" marL="0" indent="0" lvl="0">
              <a:lnSpc>
                <a:spcPts val="5000"/>
              </a:lnSpc>
              <a:spcBef>
                <a:spcPct val="0"/>
              </a:spcBef>
            </a:pPr>
            <a:r>
              <a:rPr lang="en-US" b="true" sz="5000">
                <a:solidFill>
                  <a:srgbClr val="FFFFFF"/>
                </a:solidFill>
                <a:latin typeface="Poppins 2 Semi-Bold"/>
                <a:ea typeface="Poppins 2 Semi-Bold"/>
                <a:cs typeface="Poppins 2 Semi-Bold"/>
                <a:sym typeface="Poppins 2 Semi-Bold"/>
              </a:rPr>
              <a:t>Git Branching Workflow</a:t>
            </a:r>
          </a:p>
        </p:txBody>
      </p:sp>
      <p:sp>
        <p:nvSpPr>
          <p:cNvPr name="TextBox 38" id="38"/>
          <p:cNvSpPr txBox="true"/>
          <p:nvPr/>
        </p:nvSpPr>
        <p:spPr>
          <a:xfrm rot="0">
            <a:off x="17700233" y="6141629"/>
            <a:ext cx="805549" cy="819148"/>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FFFFFF"/>
                </a:solidFill>
                <a:latin typeface="Poppins 2 Semi-Bold"/>
                <a:ea typeface="Poppins 2 Semi-Bold"/>
                <a:cs typeface="Poppins 2 Semi-Bold"/>
                <a:sym typeface="Poppins 2 Semi-Bold"/>
              </a:rPr>
              <a:t>03</a:t>
            </a:r>
          </a:p>
        </p:txBody>
      </p:sp>
      <p:sp>
        <p:nvSpPr>
          <p:cNvPr name="TextBox 39" id="39"/>
          <p:cNvSpPr txBox="true"/>
          <p:nvPr/>
        </p:nvSpPr>
        <p:spPr>
          <a:xfrm rot="0">
            <a:off x="25522456" y="6141629"/>
            <a:ext cx="805549" cy="819148"/>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FFFFFF"/>
                </a:solidFill>
                <a:latin typeface="Poppins 2 Semi-Bold"/>
                <a:ea typeface="Poppins 2 Semi-Bold"/>
                <a:cs typeface="Poppins 2 Semi-Bold"/>
                <a:sym typeface="Poppins 2 Semi-Bold"/>
              </a:rPr>
              <a:t>04</a:t>
            </a:r>
          </a:p>
        </p:txBody>
      </p:sp>
      <p:sp>
        <p:nvSpPr>
          <p:cNvPr name="TextBox 40" id="40"/>
          <p:cNvSpPr txBox="true"/>
          <p:nvPr/>
        </p:nvSpPr>
        <p:spPr>
          <a:xfrm rot="0">
            <a:off x="1828800" y="1254975"/>
            <a:ext cx="16382680" cy="1438275"/>
          </a:xfrm>
          <a:prstGeom prst="rect">
            <a:avLst/>
          </a:prstGeom>
        </p:spPr>
        <p:txBody>
          <a:bodyPr anchor="t" rtlCol="false" tIns="0" lIns="0" bIns="0" rIns="0">
            <a:spAutoFit/>
          </a:bodyPr>
          <a:lstStyle/>
          <a:p>
            <a:pPr algn="l" marL="0" indent="0" lvl="0">
              <a:lnSpc>
                <a:spcPts val="10799"/>
              </a:lnSpc>
              <a:spcBef>
                <a:spcPct val="0"/>
              </a:spcBef>
            </a:pPr>
            <a:r>
              <a:rPr lang="en-US" b="true" sz="8999">
                <a:solidFill>
                  <a:srgbClr val="FFFFFF"/>
                </a:solidFill>
                <a:latin typeface="Poppins 2 Bold"/>
                <a:ea typeface="Poppins 2 Bold"/>
                <a:cs typeface="Poppins 2 Bold"/>
                <a:sym typeface="Poppins 2 Bold"/>
              </a:rPr>
              <a:t>Man</a:t>
            </a:r>
            <a:r>
              <a:rPr lang="en-US" b="true" sz="8999" strike="noStrike" u="none">
                <a:solidFill>
                  <a:srgbClr val="FFFFFF"/>
                </a:solidFill>
                <a:latin typeface="Poppins 2 Bold"/>
                <a:ea typeface="Poppins 2 Bold"/>
                <a:cs typeface="Poppins 2 Bold"/>
                <a:sym typeface="Poppins 2 Bold"/>
              </a:rPr>
              <a:t>a</a:t>
            </a:r>
            <a:r>
              <a:rPr lang="en-US" b="true" sz="8999" strike="noStrike" u="none">
                <a:solidFill>
                  <a:srgbClr val="FFFFFF"/>
                </a:solidFill>
                <a:latin typeface="Poppins 2 Bold"/>
                <a:ea typeface="Poppins 2 Bold"/>
                <a:cs typeface="Poppins 2 Bold"/>
                <a:sym typeface="Poppins 2 Bold"/>
              </a:rPr>
              <a:t>jemen</a:t>
            </a:r>
            <a:r>
              <a:rPr lang="en-US" b="true" sz="8999" strike="noStrike" u="none">
                <a:solidFill>
                  <a:srgbClr val="FFFFFF"/>
                </a:solidFill>
                <a:latin typeface="Poppins 2 Bold"/>
                <a:ea typeface="Poppins 2 Bold"/>
                <a:cs typeface="Poppins 2 Bold"/>
                <a:sym typeface="Poppins 2 Bold"/>
              </a:rPr>
              <a:t> Kolaborasi </a:t>
            </a:r>
            <a:r>
              <a:rPr lang="en-US" b="true" sz="8999" strike="noStrike" u="none">
                <a:solidFill>
                  <a:srgbClr val="FFFFFF"/>
                </a:solidFill>
                <a:latin typeface="Poppins 2 Bold"/>
                <a:ea typeface="Poppins 2 Bold"/>
                <a:cs typeface="Poppins 2 Bold"/>
                <a:sym typeface="Poppins 2 Bold"/>
              </a:rPr>
              <a:t>T</a:t>
            </a:r>
            <a:r>
              <a:rPr lang="en-US" b="true" sz="8999" strike="noStrike" u="none">
                <a:solidFill>
                  <a:srgbClr val="FFFFFF"/>
                </a:solidFill>
                <a:latin typeface="Poppins 2 Bold"/>
                <a:ea typeface="Poppins 2 Bold"/>
                <a:cs typeface="Poppins 2 Bold"/>
                <a:sym typeface="Poppins 2 Bold"/>
              </a:rPr>
              <a:t>i</a:t>
            </a:r>
            <a:r>
              <a:rPr lang="en-US" b="true" sz="8999" strike="noStrike" u="none">
                <a:solidFill>
                  <a:srgbClr val="FFFFFF"/>
                </a:solidFill>
                <a:latin typeface="Poppins 2 Bold"/>
                <a:ea typeface="Poppins 2 Bold"/>
                <a:cs typeface="Poppins 2 Bold"/>
                <a:sym typeface="Poppins 2 Bold"/>
              </a:rPr>
              <a:t>m</a:t>
            </a:r>
          </a:p>
        </p:txBody>
      </p:sp>
      <p:grpSp>
        <p:nvGrpSpPr>
          <p:cNvPr name="Group 41" id="41"/>
          <p:cNvGrpSpPr/>
          <p:nvPr/>
        </p:nvGrpSpPr>
        <p:grpSpPr>
          <a:xfrm rot="0">
            <a:off x="1206162" y="1189838"/>
            <a:ext cx="349926" cy="1644825"/>
            <a:chOff x="0" y="0"/>
            <a:chExt cx="546751" cy="2570000"/>
          </a:xfrm>
        </p:grpSpPr>
        <p:sp>
          <p:nvSpPr>
            <p:cNvPr name="Freeform 42" id="42"/>
            <p:cNvSpPr/>
            <p:nvPr/>
          </p:nvSpPr>
          <p:spPr>
            <a:xfrm flipH="false" flipV="false" rot="0">
              <a:off x="0" y="0"/>
              <a:ext cx="546752" cy="2570000"/>
            </a:xfrm>
            <a:custGeom>
              <a:avLst/>
              <a:gdLst/>
              <a:ahLst/>
              <a:cxnLst/>
              <a:rect r="r" b="b" t="t" l="l"/>
              <a:pathLst>
                <a:path h="2570000" w="546752">
                  <a:moveTo>
                    <a:pt x="0" y="0"/>
                  </a:moveTo>
                  <a:lnTo>
                    <a:pt x="546752" y="0"/>
                  </a:lnTo>
                  <a:lnTo>
                    <a:pt x="546752" y="2570000"/>
                  </a:lnTo>
                  <a:lnTo>
                    <a:pt x="0" y="2570000"/>
                  </a:lnTo>
                  <a:close/>
                </a:path>
              </a:pathLst>
            </a:custGeom>
            <a:blipFill>
              <a:blip r:embed="rId17"/>
              <a:stretch>
                <a:fillRect l="0" t="-57" r="0" b="-57"/>
              </a:stretch>
            </a:blipFill>
          </p:spPr>
        </p:sp>
      </p:grpSp>
      <p:sp>
        <p:nvSpPr>
          <p:cNvPr name="TextBox 43" id="43"/>
          <p:cNvSpPr txBox="true"/>
          <p:nvPr/>
        </p:nvSpPr>
        <p:spPr>
          <a:xfrm rot="0">
            <a:off x="26033702" y="10670926"/>
            <a:ext cx="4539952" cy="1336675"/>
          </a:xfrm>
          <a:prstGeom prst="rect">
            <a:avLst/>
          </a:prstGeom>
        </p:spPr>
        <p:txBody>
          <a:bodyPr anchor="t" rtlCol="false" tIns="0" lIns="0" bIns="0" rIns="0">
            <a:spAutoFit/>
          </a:bodyPr>
          <a:lstStyle/>
          <a:p>
            <a:pPr algn="ctr" marL="0" indent="0" lvl="0">
              <a:lnSpc>
                <a:spcPts val="5000"/>
              </a:lnSpc>
              <a:spcBef>
                <a:spcPct val="0"/>
              </a:spcBef>
            </a:pPr>
            <a:r>
              <a:rPr lang="en-US" b="true" sz="5000">
                <a:solidFill>
                  <a:srgbClr val="FFFFFF"/>
                </a:solidFill>
                <a:latin typeface="Poppins 2 Semi-Bold"/>
                <a:ea typeface="Poppins 2 Semi-Bold"/>
                <a:cs typeface="Poppins 2 Semi-Bold"/>
                <a:sym typeface="Poppins 2 Semi-Bold"/>
              </a:rPr>
              <a:t>Code Review &amp; Merge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103" y="-108000"/>
            <a:ext cx="33191031" cy="18504000"/>
            <a:chOff x="0" y="0"/>
            <a:chExt cx="44254709" cy="24672000"/>
          </a:xfrm>
        </p:grpSpPr>
        <p:sp>
          <p:nvSpPr>
            <p:cNvPr name="Freeform 3" id="3"/>
            <p:cNvSpPr/>
            <p:nvPr/>
          </p:nvSpPr>
          <p:spPr>
            <a:xfrm flipH="false" flipV="false" rot="0">
              <a:off x="0" y="0"/>
              <a:ext cx="44254710" cy="24671999"/>
            </a:xfrm>
            <a:custGeom>
              <a:avLst/>
              <a:gdLst/>
              <a:ahLst/>
              <a:cxnLst/>
              <a:rect r="r" b="b" t="t" l="l"/>
              <a:pathLst>
                <a:path h="24671999" w="44254710">
                  <a:moveTo>
                    <a:pt x="0" y="0"/>
                  </a:moveTo>
                  <a:lnTo>
                    <a:pt x="44254710" y="0"/>
                  </a:lnTo>
                  <a:lnTo>
                    <a:pt x="44254710" y="24671999"/>
                  </a:lnTo>
                  <a:lnTo>
                    <a:pt x="0" y="24671999"/>
                  </a:lnTo>
                  <a:close/>
                </a:path>
              </a:pathLst>
            </a:custGeom>
            <a:blipFill>
              <a:blip r:embed="rId2"/>
              <a:stretch>
                <a:fillRect l="0" t="0" r="0" b="0"/>
              </a:stretch>
            </a:blipFill>
          </p:spPr>
        </p:sp>
      </p:grpSp>
      <p:grpSp>
        <p:nvGrpSpPr>
          <p:cNvPr name="Group 4" id="4"/>
          <p:cNvGrpSpPr/>
          <p:nvPr/>
        </p:nvGrpSpPr>
        <p:grpSpPr>
          <a:xfrm rot="0">
            <a:off x="22767188" y="12613500"/>
            <a:ext cx="2388018" cy="2698500"/>
            <a:chOff x="0" y="0"/>
            <a:chExt cx="3184023" cy="3598000"/>
          </a:xfrm>
        </p:grpSpPr>
        <p:sp>
          <p:nvSpPr>
            <p:cNvPr name="Freeform 5" id="5"/>
            <p:cNvSpPr/>
            <p:nvPr/>
          </p:nvSpPr>
          <p:spPr>
            <a:xfrm flipH="false" flipV="false" rot="0">
              <a:off x="0" y="0"/>
              <a:ext cx="3184023" cy="3598000"/>
            </a:xfrm>
            <a:custGeom>
              <a:avLst/>
              <a:gdLst/>
              <a:ahLst/>
              <a:cxnLst/>
              <a:rect r="r" b="b" t="t" l="l"/>
              <a:pathLst>
                <a:path h="3598000" w="3184023">
                  <a:moveTo>
                    <a:pt x="0" y="0"/>
                  </a:moveTo>
                  <a:lnTo>
                    <a:pt x="3184023" y="0"/>
                  </a:lnTo>
                  <a:lnTo>
                    <a:pt x="3184023" y="3598000"/>
                  </a:lnTo>
                  <a:lnTo>
                    <a:pt x="0" y="3598000"/>
                  </a:lnTo>
                  <a:close/>
                </a:path>
              </a:pathLst>
            </a:custGeom>
            <a:blipFill>
              <a:blip r:embed="rId3"/>
              <a:stretch>
                <a:fillRect l="0" t="-57" r="0" b="-57"/>
              </a:stretch>
            </a:blipFill>
          </p:spPr>
        </p:sp>
      </p:grpSp>
      <p:grpSp>
        <p:nvGrpSpPr>
          <p:cNvPr name="Group 6" id="6"/>
          <p:cNvGrpSpPr/>
          <p:nvPr/>
        </p:nvGrpSpPr>
        <p:grpSpPr>
          <a:xfrm rot="0">
            <a:off x="-341103" y="-108000"/>
            <a:ext cx="4365971" cy="5011500"/>
            <a:chOff x="0" y="0"/>
            <a:chExt cx="5821295" cy="6682000"/>
          </a:xfrm>
        </p:grpSpPr>
        <p:sp>
          <p:nvSpPr>
            <p:cNvPr name="Freeform 7" id="7"/>
            <p:cNvSpPr/>
            <p:nvPr/>
          </p:nvSpPr>
          <p:spPr>
            <a:xfrm flipH="false" flipV="false" rot="0">
              <a:off x="0" y="0"/>
              <a:ext cx="5821295" cy="6682000"/>
            </a:xfrm>
            <a:custGeom>
              <a:avLst/>
              <a:gdLst/>
              <a:ahLst/>
              <a:cxnLst/>
              <a:rect r="r" b="b" t="t" l="l"/>
              <a:pathLst>
                <a:path h="6682000" w="5821295">
                  <a:moveTo>
                    <a:pt x="0" y="0"/>
                  </a:moveTo>
                  <a:lnTo>
                    <a:pt x="5821295" y="0"/>
                  </a:lnTo>
                  <a:lnTo>
                    <a:pt x="5821295" y="6682000"/>
                  </a:lnTo>
                  <a:lnTo>
                    <a:pt x="0" y="6682000"/>
                  </a:lnTo>
                  <a:close/>
                </a:path>
              </a:pathLst>
            </a:custGeom>
            <a:blipFill>
              <a:blip r:embed="rId4"/>
              <a:stretch>
                <a:fillRect l="0" t="-57" r="0" b="-57"/>
              </a:stretch>
            </a:blipFill>
          </p:spPr>
        </p:sp>
      </p:grpSp>
      <p:grpSp>
        <p:nvGrpSpPr>
          <p:cNvPr name="Group 8" id="8"/>
          <p:cNvGrpSpPr/>
          <p:nvPr/>
        </p:nvGrpSpPr>
        <p:grpSpPr>
          <a:xfrm rot="0">
            <a:off x="44839" y="4903500"/>
            <a:ext cx="3980029" cy="2698500"/>
            <a:chOff x="0" y="0"/>
            <a:chExt cx="5306706" cy="3598000"/>
          </a:xfrm>
        </p:grpSpPr>
        <p:sp>
          <p:nvSpPr>
            <p:cNvPr name="Freeform 9" id="9"/>
            <p:cNvSpPr/>
            <p:nvPr/>
          </p:nvSpPr>
          <p:spPr>
            <a:xfrm flipH="false" flipV="false" rot="0">
              <a:off x="0" y="0"/>
              <a:ext cx="5306706" cy="3598000"/>
            </a:xfrm>
            <a:custGeom>
              <a:avLst/>
              <a:gdLst/>
              <a:ahLst/>
              <a:cxnLst/>
              <a:rect r="r" b="b" t="t" l="l"/>
              <a:pathLst>
                <a:path h="3598000" w="5306706">
                  <a:moveTo>
                    <a:pt x="0" y="0"/>
                  </a:moveTo>
                  <a:lnTo>
                    <a:pt x="5306706" y="0"/>
                  </a:lnTo>
                  <a:lnTo>
                    <a:pt x="5306706" y="3598000"/>
                  </a:lnTo>
                  <a:lnTo>
                    <a:pt x="0" y="3598000"/>
                  </a:lnTo>
                  <a:close/>
                </a:path>
              </a:pathLst>
            </a:custGeom>
            <a:blipFill>
              <a:blip r:embed="rId5"/>
              <a:stretch>
                <a:fillRect l="0" t="-57" r="0" b="-57"/>
              </a:stretch>
            </a:blipFill>
          </p:spPr>
        </p:sp>
      </p:grpSp>
      <p:grpSp>
        <p:nvGrpSpPr>
          <p:cNvPr name="Group 10" id="10"/>
          <p:cNvGrpSpPr/>
          <p:nvPr/>
        </p:nvGrpSpPr>
        <p:grpSpPr>
          <a:xfrm rot="0">
            <a:off x="-341103" y="10300500"/>
            <a:ext cx="1592012" cy="1542000"/>
            <a:chOff x="0" y="0"/>
            <a:chExt cx="2122682" cy="2056000"/>
          </a:xfrm>
        </p:grpSpPr>
        <p:sp>
          <p:nvSpPr>
            <p:cNvPr name="Freeform 11" id="11"/>
            <p:cNvSpPr/>
            <p:nvPr/>
          </p:nvSpPr>
          <p:spPr>
            <a:xfrm flipH="false" flipV="false" rot="0">
              <a:off x="0" y="0"/>
              <a:ext cx="2122682" cy="2056000"/>
            </a:xfrm>
            <a:custGeom>
              <a:avLst/>
              <a:gdLst/>
              <a:ahLst/>
              <a:cxnLst/>
              <a:rect r="r" b="b" t="t" l="l"/>
              <a:pathLst>
                <a:path h="2056000" w="2122682">
                  <a:moveTo>
                    <a:pt x="0" y="0"/>
                  </a:moveTo>
                  <a:lnTo>
                    <a:pt x="2122682" y="0"/>
                  </a:lnTo>
                  <a:lnTo>
                    <a:pt x="2122682" y="2056000"/>
                  </a:lnTo>
                  <a:lnTo>
                    <a:pt x="0" y="2056000"/>
                  </a:lnTo>
                  <a:close/>
                </a:path>
              </a:pathLst>
            </a:custGeom>
            <a:blipFill>
              <a:blip r:embed="rId6"/>
              <a:stretch>
                <a:fillRect l="0" t="-57" r="0" b="-57"/>
              </a:stretch>
            </a:blipFill>
          </p:spPr>
        </p:sp>
      </p:grpSp>
      <p:grpSp>
        <p:nvGrpSpPr>
          <p:cNvPr name="Group 12" id="12"/>
          <p:cNvGrpSpPr/>
          <p:nvPr/>
        </p:nvGrpSpPr>
        <p:grpSpPr>
          <a:xfrm rot="0">
            <a:off x="44839" y="12613500"/>
            <a:ext cx="2388018" cy="2313000"/>
            <a:chOff x="0" y="0"/>
            <a:chExt cx="3184023" cy="3084000"/>
          </a:xfrm>
        </p:grpSpPr>
        <p:sp>
          <p:nvSpPr>
            <p:cNvPr name="Freeform 13" id="13"/>
            <p:cNvSpPr/>
            <p:nvPr/>
          </p:nvSpPr>
          <p:spPr>
            <a:xfrm flipH="false" flipV="false" rot="0">
              <a:off x="0" y="0"/>
              <a:ext cx="3184023" cy="3084000"/>
            </a:xfrm>
            <a:custGeom>
              <a:avLst/>
              <a:gdLst/>
              <a:ahLst/>
              <a:cxnLst/>
              <a:rect r="r" b="b" t="t" l="l"/>
              <a:pathLst>
                <a:path h="3084000" w="3184023">
                  <a:moveTo>
                    <a:pt x="0" y="0"/>
                  </a:moveTo>
                  <a:lnTo>
                    <a:pt x="3184023" y="0"/>
                  </a:lnTo>
                  <a:lnTo>
                    <a:pt x="3184023" y="3084000"/>
                  </a:lnTo>
                  <a:lnTo>
                    <a:pt x="0" y="3084000"/>
                  </a:lnTo>
                  <a:close/>
                </a:path>
              </a:pathLst>
            </a:custGeom>
            <a:blipFill>
              <a:blip r:embed="rId7"/>
              <a:stretch>
                <a:fillRect l="0" t="-57" r="0" b="-57"/>
              </a:stretch>
            </a:blipFill>
          </p:spPr>
        </p:sp>
      </p:grpSp>
      <p:grpSp>
        <p:nvGrpSpPr>
          <p:cNvPr name="Group 14" id="14"/>
          <p:cNvGrpSpPr/>
          <p:nvPr/>
        </p:nvGrpSpPr>
        <p:grpSpPr>
          <a:xfrm rot="0">
            <a:off x="7160649" y="4903500"/>
            <a:ext cx="2773960" cy="3084000"/>
            <a:chOff x="0" y="0"/>
            <a:chExt cx="3698613" cy="4112000"/>
          </a:xfrm>
        </p:grpSpPr>
        <p:sp>
          <p:nvSpPr>
            <p:cNvPr name="Freeform 15" id="15"/>
            <p:cNvSpPr/>
            <p:nvPr/>
          </p:nvSpPr>
          <p:spPr>
            <a:xfrm flipH="false" flipV="false" rot="0">
              <a:off x="0" y="0"/>
              <a:ext cx="3698613" cy="4112000"/>
            </a:xfrm>
            <a:custGeom>
              <a:avLst/>
              <a:gdLst/>
              <a:ahLst/>
              <a:cxnLst/>
              <a:rect r="r" b="b" t="t" l="l"/>
              <a:pathLst>
                <a:path h="4112000" w="3698613">
                  <a:moveTo>
                    <a:pt x="0" y="0"/>
                  </a:moveTo>
                  <a:lnTo>
                    <a:pt x="3698613" y="0"/>
                  </a:lnTo>
                  <a:lnTo>
                    <a:pt x="3698613" y="4112000"/>
                  </a:lnTo>
                  <a:lnTo>
                    <a:pt x="0" y="4112000"/>
                  </a:lnTo>
                  <a:close/>
                </a:path>
              </a:pathLst>
            </a:custGeom>
            <a:blipFill>
              <a:blip r:embed="rId8"/>
              <a:stretch>
                <a:fillRect l="0" t="-57" r="0" b="-57"/>
              </a:stretch>
            </a:blipFill>
          </p:spPr>
        </p:sp>
      </p:grpSp>
      <p:grpSp>
        <p:nvGrpSpPr>
          <p:cNvPr name="Group 16" id="16"/>
          <p:cNvGrpSpPr/>
          <p:nvPr/>
        </p:nvGrpSpPr>
        <p:grpSpPr>
          <a:xfrm rot="0">
            <a:off x="9138603" y="14926500"/>
            <a:ext cx="4365971" cy="3469500"/>
            <a:chOff x="0" y="0"/>
            <a:chExt cx="5821295" cy="4626000"/>
          </a:xfrm>
        </p:grpSpPr>
        <p:sp>
          <p:nvSpPr>
            <p:cNvPr name="Freeform 17" id="17"/>
            <p:cNvSpPr/>
            <p:nvPr/>
          </p:nvSpPr>
          <p:spPr>
            <a:xfrm flipH="false" flipV="false" rot="0">
              <a:off x="0" y="0"/>
              <a:ext cx="5821295" cy="4626000"/>
            </a:xfrm>
            <a:custGeom>
              <a:avLst/>
              <a:gdLst/>
              <a:ahLst/>
              <a:cxnLst/>
              <a:rect r="r" b="b" t="t" l="l"/>
              <a:pathLst>
                <a:path h="4626000" w="5821295">
                  <a:moveTo>
                    <a:pt x="0" y="0"/>
                  </a:moveTo>
                  <a:lnTo>
                    <a:pt x="5821295" y="0"/>
                  </a:lnTo>
                  <a:lnTo>
                    <a:pt x="5821295" y="4626000"/>
                  </a:lnTo>
                  <a:lnTo>
                    <a:pt x="0" y="4626000"/>
                  </a:lnTo>
                  <a:close/>
                </a:path>
              </a:pathLst>
            </a:custGeom>
            <a:blipFill>
              <a:blip r:embed="rId9"/>
              <a:stretch>
                <a:fillRect l="0" t="-57" r="0" b="-57"/>
              </a:stretch>
            </a:blipFill>
          </p:spPr>
        </p:sp>
      </p:grpSp>
      <p:grpSp>
        <p:nvGrpSpPr>
          <p:cNvPr name="Group 18" id="18"/>
          <p:cNvGrpSpPr/>
          <p:nvPr/>
        </p:nvGrpSpPr>
        <p:grpSpPr>
          <a:xfrm rot="0">
            <a:off x="7160649" y="12613500"/>
            <a:ext cx="2388018" cy="2698500"/>
            <a:chOff x="0" y="0"/>
            <a:chExt cx="3184023" cy="3598000"/>
          </a:xfrm>
        </p:grpSpPr>
        <p:sp>
          <p:nvSpPr>
            <p:cNvPr name="Freeform 19" id="19"/>
            <p:cNvSpPr/>
            <p:nvPr/>
          </p:nvSpPr>
          <p:spPr>
            <a:xfrm flipH="false" flipV="false" rot="0">
              <a:off x="0" y="0"/>
              <a:ext cx="3184023" cy="3598000"/>
            </a:xfrm>
            <a:custGeom>
              <a:avLst/>
              <a:gdLst/>
              <a:ahLst/>
              <a:cxnLst/>
              <a:rect r="r" b="b" t="t" l="l"/>
              <a:pathLst>
                <a:path h="3598000" w="3184023">
                  <a:moveTo>
                    <a:pt x="0" y="0"/>
                  </a:moveTo>
                  <a:lnTo>
                    <a:pt x="3184023" y="0"/>
                  </a:lnTo>
                  <a:lnTo>
                    <a:pt x="3184023" y="3598000"/>
                  </a:lnTo>
                  <a:lnTo>
                    <a:pt x="0" y="3598000"/>
                  </a:lnTo>
                  <a:close/>
                </a:path>
              </a:pathLst>
            </a:custGeom>
            <a:blipFill>
              <a:blip r:embed="rId3"/>
              <a:stretch>
                <a:fillRect l="0" t="-57" r="0" b="-57"/>
              </a:stretch>
            </a:blipFill>
          </p:spPr>
        </p:sp>
      </p:grpSp>
      <p:grpSp>
        <p:nvGrpSpPr>
          <p:cNvPr name="Group 20" id="20"/>
          <p:cNvGrpSpPr/>
          <p:nvPr/>
        </p:nvGrpSpPr>
        <p:grpSpPr>
          <a:xfrm rot="0">
            <a:off x="29665905" y="12613500"/>
            <a:ext cx="2798081" cy="2698500"/>
            <a:chOff x="0" y="0"/>
            <a:chExt cx="3730775" cy="3598000"/>
          </a:xfrm>
        </p:grpSpPr>
        <p:sp>
          <p:nvSpPr>
            <p:cNvPr name="Freeform 21" id="21"/>
            <p:cNvSpPr/>
            <p:nvPr/>
          </p:nvSpPr>
          <p:spPr>
            <a:xfrm flipH="false" flipV="false" rot="0">
              <a:off x="0" y="0"/>
              <a:ext cx="3730775" cy="3598000"/>
            </a:xfrm>
            <a:custGeom>
              <a:avLst/>
              <a:gdLst/>
              <a:ahLst/>
              <a:cxnLst/>
              <a:rect r="r" b="b" t="t" l="l"/>
              <a:pathLst>
                <a:path h="3598000" w="3730775">
                  <a:moveTo>
                    <a:pt x="0" y="0"/>
                  </a:moveTo>
                  <a:lnTo>
                    <a:pt x="3730775" y="0"/>
                  </a:lnTo>
                  <a:lnTo>
                    <a:pt x="3730775" y="3598000"/>
                  </a:lnTo>
                  <a:lnTo>
                    <a:pt x="0" y="3598000"/>
                  </a:lnTo>
                  <a:close/>
                </a:path>
              </a:pathLst>
            </a:custGeom>
            <a:blipFill>
              <a:blip r:embed="rId10"/>
              <a:stretch>
                <a:fillRect l="0" t="-57" r="0" b="-57"/>
              </a:stretch>
            </a:blipFill>
          </p:spPr>
        </p:sp>
      </p:grpSp>
      <p:grpSp>
        <p:nvGrpSpPr>
          <p:cNvPr name="Group 22" id="22"/>
          <p:cNvGrpSpPr/>
          <p:nvPr/>
        </p:nvGrpSpPr>
        <p:grpSpPr>
          <a:xfrm rot="0">
            <a:off x="25734118" y="663000"/>
            <a:ext cx="6343925" cy="5397000"/>
            <a:chOff x="0" y="0"/>
            <a:chExt cx="8458567" cy="7196000"/>
          </a:xfrm>
        </p:grpSpPr>
        <p:sp>
          <p:nvSpPr>
            <p:cNvPr name="Freeform 23" id="23"/>
            <p:cNvSpPr/>
            <p:nvPr/>
          </p:nvSpPr>
          <p:spPr>
            <a:xfrm flipH="false" flipV="false" rot="0">
              <a:off x="0" y="0"/>
              <a:ext cx="8458567" cy="7196000"/>
            </a:xfrm>
            <a:custGeom>
              <a:avLst/>
              <a:gdLst/>
              <a:ahLst/>
              <a:cxnLst/>
              <a:rect r="r" b="b" t="t" l="l"/>
              <a:pathLst>
                <a:path h="7196000" w="8458567">
                  <a:moveTo>
                    <a:pt x="0" y="0"/>
                  </a:moveTo>
                  <a:lnTo>
                    <a:pt x="8458567" y="0"/>
                  </a:lnTo>
                  <a:lnTo>
                    <a:pt x="8458567" y="7196000"/>
                  </a:lnTo>
                  <a:lnTo>
                    <a:pt x="0" y="7196000"/>
                  </a:lnTo>
                  <a:close/>
                </a:path>
              </a:pathLst>
            </a:custGeom>
            <a:blipFill>
              <a:blip r:embed="rId11"/>
              <a:stretch>
                <a:fillRect l="0" t="-57" r="0" b="-57"/>
              </a:stretch>
            </a:blipFill>
          </p:spPr>
        </p:sp>
      </p:grpSp>
      <p:grpSp>
        <p:nvGrpSpPr>
          <p:cNvPr name="Group 24" id="24"/>
          <p:cNvGrpSpPr/>
          <p:nvPr/>
        </p:nvGrpSpPr>
        <p:grpSpPr>
          <a:xfrm rot="0">
            <a:off x="27302009" y="2590500"/>
            <a:ext cx="2388018" cy="1927500"/>
            <a:chOff x="0" y="0"/>
            <a:chExt cx="3184023" cy="2570000"/>
          </a:xfrm>
        </p:grpSpPr>
        <p:sp>
          <p:nvSpPr>
            <p:cNvPr name="Freeform 25" id="25"/>
            <p:cNvSpPr/>
            <p:nvPr/>
          </p:nvSpPr>
          <p:spPr>
            <a:xfrm flipH="false" flipV="false" rot="0">
              <a:off x="0" y="0"/>
              <a:ext cx="3184023" cy="2570000"/>
            </a:xfrm>
            <a:custGeom>
              <a:avLst/>
              <a:gdLst/>
              <a:ahLst/>
              <a:cxnLst/>
              <a:rect r="r" b="b" t="t" l="l"/>
              <a:pathLst>
                <a:path h="2570000" w="3184023">
                  <a:moveTo>
                    <a:pt x="0" y="0"/>
                  </a:moveTo>
                  <a:lnTo>
                    <a:pt x="3184023" y="0"/>
                  </a:lnTo>
                  <a:lnTo>
                    <a:pt x="3184023" y="2570000"/>
                  </a:lnTo>
                  <a:lnTo>
                    <a:pt x="0" y="2570000"/>
                  </a:lnTo>
                  <a:close/>
                </a:path>
              </a:pathLst>
            </a:custGeom>
            <a:blipFill>
              <a:blip r:embed="rId12"/>
              <a:stretch>
                <a:fillRect l="0" t="-57" r="0" b="-57"/>
              </a:stretch>
            </a:blipFill>
          </p:spPr>
        </p:sp>
      </p:grpSp>
      <p:grpSp>
        <p:nvGrpSpPr>
          <p:cNvPr name="Group 26" id="26"/>
          <p:cNvGrpSpPr/>
          <p:nvPr/>
        </p:nvGrpSpPr>
        <p:grpSpPr>
          <a:xfrm rot="0">
            <a:off x="22574216" y="5289000"/>
            <a:ext cx="2773960" cy="2698500"/>
            <a:chOff x="0" y="0"/>
            <a:chExt cx="3698613" cy="3598000"/>
          </a:xfrm>
        </p:grpSpPr>
        <p:sp>
          <p:nvSpPr>
            <p:cNvPr name="Freeform 27" id="27"/>
            <p:cNvSpPr/>
            <p:nvPr/>
          </p:nvSpPr>
          <p:spPr>
            <a:xfrm flipH="false" flipV="false" rot="0">
              <a:off x="0" y="0"/>
              <a:ext cx="3698613" cy="3598000"/>
            </a:xfrm>
            <a:custGeom>
              <a:avLst/>
              <a:gdLst/>
              <a:ahLst/>
              <a:cxnLst/>
              <a:rect r="r" b="b" t="t" l="l"/>
              <a:pathLst>
                <a:path h="3598000" w="3698613">
                  <a:moveTo>
                    <a:pt x="0" y="0"/>
                  </a:moveTo>
                  <a:lnTo>
                    <a:pt x="3698613" y="0"/>
                  </a:lnTo>
                  <a:lnTo>
                    <a:pt x="3698613" y="3598000"/>
                  </a:lnTo>
                  <a:lnTo>
                    <a:pt x="0" y="3598000"/>
                  </a:lnTo>
                  <a:close/>
                </a:path>
              </a:pathLst>
            </a:custGeom>
            <a:blipFill>
              <a:blip r:embed="rId13"/>
              <a:stretch>
                <a:fillRect l="0" t="-57" r="0" b="-57"/>
              </a:stretch>
            </a:blipFill>
          </p:spPr>
        </p:sp>
      </p:grpSp>
      <p:grpSp>
        <p:nvGrpSpPr>
          <p:cNvPr name="Group 28" id="28"/>
          <p:cNvGrpSpPr/>
          <p:nvPr/>
        </p:nvGrpSpPr>
        <p:grpSpPr>
          <a:xfrm rot="0">
            <a:off x="30075968" y="5674500"/>
            <a:ext cx="2388018" cy="1927500"/>
            <a:chOff x="0" y="0"/>
            <a:chExt cx="3184023" cy="2570000"/>
          </a:xfrm>
        </p:grpSpPr>
        <p:sp>
          <p:nvSpPr>
            <p:cNvPr name="Freeform 29" id="29"/>
            <p:cNvSpPr/>
            <p:nvPr/>
          </p:nvSpPr>
          <p:spPr>
            <a:xfrm flipH="false" flipV="false" rot="0">
              <a:off x="0" y="0"/>
              <a:ext cx="3184023" cy="2570000"/>
            </a:xfrm>
            <a:custGeom>
              <a:avLst/>
              <a:gdLst/>
              <a:ahLst/>
              <a:cxnLst/>
              <a:rect r="r" b="b" t="t" l="l"/>
              <a:pathLst>
                <a:path h="2570000" w="3184023">
                  <a:moveTo>
                    <a:pt x="0" y="0"/>
                  </a:moveTo>
                  <a:lnTo>
                    <a:pt x="3184023" y="0"/>
                  </a:lnTo>
                  <a:lnTo>
                    <a:pt x="3184023" y="2570000"/>
                  </a:lnTo>
                  <a:lnTo>
                    <a:pt x="0" y="2570000"/>
                  </a:lnTo>
                  <a:close/>
                </a:path>
              </a:pathLst>
            </a:custGeom>
            <a:blipFill>
              <a:blip r:embed="rId14"/>
              <a:stretch>
                <a:fillRect l="0" t="-57" r="0" b="-57"/>
              </a:stretch>
            </a:blipFill>
          </p:spPr>
        </p:sp>
      </p:grpSp>
      <p:sp>
        <p:nvSpPr>
          <p:cNvPr name="AutoShape 30" id="30"/>
          <p:cNvSpPr/>
          <p:nvPr/>
        </p:nvSpPr>
        <p:spPr>
          <a:xfrm>
            <a:off x="1228725" y="16849725"/>
            <a:ext cx="30060900" cy="0"/>
          </a:xfrm>
          <a:prstGeom prst="line">
            <a:avLst/>
          </a:prstGeom>
          <a:ln cap="flat" w="19050">
            <a:solidFill>
              <a:srgbClr val="00C2CB"/>
            </a:solidFill>
            <a:prstDash val="solid"/>
            <a:headEnd type="none" len="sm" w="sm"/>
            <a:tailEnd type="none" len="sm" w="sm"/>
          </a:ln>
        </p:spPr>
      </p:sp>
      <p:sp>
        <p:nvSpPr>
          <p:cNvPr name="Freeform 31" id="31"/>
          <p:cNvSpPr/>
          <p:nvPr/>
        </p:nvSpPr>
        <p:spPr>
          <a:xfrm flipH="false" flipV="false" rot="0">
            <a:off x="15246958" y="6181354"/>
            <a:ext cx="2014909" cy="2014909"/>
          </a:xfrm>
          <a:custGeom>
            <a:avLst/>
            <a:gdLst/>
            <a:ahLst/>
            <a:cxnLst/>
            <a:rect r="r" b="b" t="t" l="l"/>
            <a:pathLst>
              <a:path h="2014909" w="2014909">
                <a:moveTo>
                  <a:pt x="0" y="0"/>
                </a:moveTo>
                <a:lnTo>
                  <a:pt x="2014909" y="0"/>
                </a:lnTo>
                <a:lnTo>
                  <a:pt x="2014909" y="2014908"/>
                </a:lnTo>
                <a:lnTo>
                  <a:pt x="0" y="201490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2" id="32"/>
          <p:cNvSpPr txBox="true"/>
          <p:nvPr/>
        </p:nvSpPr>
        <p:spPr>
          <a:xfrm rot="0">
            <a:off x="1381125" y="17364075"/>
            <a:ext cx="5172075" cy="466702"/>
          </a:xfrm>
          <a:prstGeom prst="rect">
            <a:avLst/>
          </a:prstGeom>
        </p:spPr>
        <p:txBody>
          <a:bodyPr anchor="t" rtlCol="false" tIns="0" lIns="0" bIns="0" rIns="0">
            <a:spAutoFit/>
          </a:bodyPr>
          <a:lstStyle/>
          <a:p>
            <a:pPr algn="l" marL="0" indent="0" lvl="0">
              <a:lnSpc>
                <a:spcPts val="3676"/>
              </a:lnSpc>
              <a:spcBef>
                <a:spcPct val="0"/>
              </a:spcBef>
            </a:pPr>
            <a:r>
              <a:rPr lang="en-US" sz="2625" strike="noStrike" u="none">
                <a:solidFill>
                  <a:srgbClr val="FFFFFF"/>
                </a:solidFill>
                <a:latin typeface="Poppins 2"/>
                <a:ea typeface="Poppins 2"/>
                <a:cs typeface="Poppins 2"/>
                <a:sym typeface="Poppins 2"/>
              </a:rPr>
              <a:t>Sistem Navigasi Kampus Pintar</a:t>
            </a:r>
          </a:p>
        </p:txBody>
      </p:sp>
      <p:sp>
        <p:nvSpPr>
          <p:cNvPr name="TextBox 33" id="33"/>
          <p:cNvSpPr txBox="true"/>
          <p:nvPr/>
        </p:nvSpPr>
        <p:spPr>
          <a:xfrm rot="0">
            <a:off x="29860875" y="17383125"/>
            <a:ext cx="1266825" cy="441325"/>
          </a:xfrm>
          <a:prstGeom prst="rect">
            <a:avLst/>
          </a:prstGeom>
        </p:spPr>
        <p:txBody>
          <a:bodyPr anchor="t" rtlCol="false" tIns="0" lIns="0" bIns="0" rIns="0">
            <a:spAutoFit/>
          </a:bodyPr>
          <a:lstStyle/>
          <a:p>
            <a:pPr algn="r" marL="0" indent="0" lvl="0">
              <a:lnSpc>
                <a:spcPts val="3499"/>
              </a:lnSpc>
              <a:spcBef>
                <a:spcPct val="0"/>
              </a:spcBef>
            </a:pPr>
            <a:r>
              <a:rPr lang="en-US" sz="2499" strike="noStrike" u="none">
                <a:solidFill>
                  <a:srgbClr val="FFFFFF"/>
                </a:solidFill>
                <a:latin typeface="Poppins 2"/>
                <a:ea typeface="Poppins 2"/>
                <a:cs typeface="Poppins 2"/>
                <a:sym typeface="Poppins 2"/>
              </a:rPr>
              <a:t>Slide 11</a:t>
            </a:r>
          </a:p>
        </p:txBody>
      </p:sp>
      <p:sp>
        <p:nvSpPr>
          <p:cNvPr name="TextBox 34" id="34"/>
          <p:cNvSpPr txBox="true"/>
          <p:nvPr/>
        </p:nvSpPr>
        <p:spPr>
          <a:xfrm rot="0">
            <a:off x="11795423" y="8291512"/>
            <a:ext cx="8917979" cy="1609725"/>
          </a:xfrm>
          <a:prstGeom prst="rect">
            <a:avLst/>
          </a:prstGeom>
        </p:spPr>
        <p:txBody>
          <a:bodyPr anchor="t" rtlCol="false" tIns="0" lIns="0" bIns="0" rIns="0">
            <a:spAutoFit/>
          </a:bodyPr>
          <a:lstStyle/>
          <a:p>
            <a:pPr algn="l" marL="0" indent="0" lvl="0">
              <a:lnSpc>
                <a:spcPts val="11999"/>
              </a:lnSpc>
              <a:spcBef>
                <a:spcPct val="0"/>
              </a:spcBef>
            </a:pPr>
            <a:r>
              <a:rPr lang="en-US" b="true" sz="9999">
                <a:solidFill>
                  <a:srgbClr val="FFFFFF"/>
                </a:solidFill>
                <a:latin typeface="Poppins 2 Bold"/>
                <a:ea typeface="Poppins 2 Bold"/>
                <a:cs typeface="Poppins 2 Bold"/>
                <a:sym typeface="Poppins 2 Bold"/>
              </a:rPr>
              <a:t>Terima Kasih</a:t>
            </a:r>
          </a:p>
        </p:txBody>
      </p:sp>
      <p:sp>
        <p:nvSpPr>
          <p:cNvPr name="TextBox 35" id="35"/>
          <p:cNvSpPr txBox="true"/>
          <p:nvPr/>
        </p:nvSpPr>
        <p:spPr>
          <a:xfrm rot="0">
            <a:off x="6724738" y="10040550"/>
            <a:ext cx="19059348" cy="733425"/>
          </a:xfrm>
          <a:prstGeom prst="rect">
            <a:avLst/>
          </a:prstGeom>
        </p:spPr>
        <p:txBody>
          <a:bodyPr anchor="t" rtlCol="false" tIns="0" lIns="0" bIns="0" rIns="0">
            <a:spAutoFit/>
          </a:bodyPr>
          <a:lstStyle/>
          <a:p>
            <a:pPr algn="l" marL="0" indent="0" lvl="0">
              <a:lnSpc>
                <a:spcPts val="5400"/>
              </a:lnSpc>
              <a:spcBef>
                <a:spcPct val="0"/>
              </a:spcBef>
            </a:pPr>
            <a:r>
              <a:rPr lang="en-US" b="true" sz="4500">
                <a:solidFill>
                  <a:srgbClr val="FFFFFF"/>
                </a:solidFill>
                <a:latin typeface="Poppins 2 Bold"/>
                <a:ea typeface="Poppins 2 Bold"/>
                <a:cs typeface="Poppins 2 Bold"/>
                <a:sym typeface="Poppins 2 Bold"/>
              </a:rPr>
              <a:t>S</a:t>
            </a:r>
            <a:r>
              <a:rPr lang="en-US" b="true" sz="4500" strike="noStrike" u="none">
                <a:solidFill>
                  <a:srgbClr val="FFFFFF"/>
                </a:solidFill>
                <a:latin typeface="Poppins 2 Bold"/>
                <a:ea typeface="Poppins 2 Bold"/>
                <a:cs typeface="Poppins 2 Bold"/>
                <a:sym typeface="Poppins 2 Bold"/>
              </a:rPr>
              <a:t>e</a:t>
            </a:r>
            <a:r>
              <a:rPr lang="en-US" b="true" sz="4500" strike="noStrike" u="none">
                <a:solidFill>
                  <a:srgbClr val="FFFFFF"/>
                </a:solidFill>
                <a:latin typeface="Poppins 2 Bold"/>
                <a:ea typeface="Poppins 2 Bold"/>
                <a:cs typeface="Poppins 2 Bold"/>
                <a:sym typeface="Poppins 2 Bold"/>
              </a:rPr>
              <a:t>si Tanya Jawab &amp; D</a:t>
            </a:r>
            <a:r>
              <a:rPr lang="en-US" b="true" sz="4500" strike="noStrike" u="none">
                <a:solidFill>
                  <a:srgbClr val="FFFFFF"/>
                </a:solidFill>
                <a:latin typeface="Poppins 2 Bold"/>
                <a:ea typeface="Poppins 2 Bold"/>
                <a:cs typeface="Poppins 2 Bold"/>
                <a:sym typeface="Poppins 2 Bold"/>
              </a:rPr>
              <a:t>e</a:t>
            </a:r>
            <a:r>
              <a:rPr lang="en-US" b="true" sz="4500" strike="noStrike" u="none">
                <a:solidFill>
                  <a:srgbClr val="FFFFFF"/>
                </a:solidFill>
                <a:latin typeface="Poppins 2 Bold"/>
                <a:ea typeface="Poppins 2 Bold"/>
                <a:cs typeface="Poppins 2 Bold"/>
                <a:sym typeface="Poppins 2 Bold"/>
              </a:rPr>
              <a:t>mo</a:t>
            </a:r>
            <a:r>
              <a:rPr lang="en-US" b="true" sz="4500" strike="noStrike" u="none">
                <a:solidFill>
                  <a:srgbClr val="FFFFFF"/>
                </a:solidFill>
                <a:latin typeface="Poppins 2 Bold"/>
                <a:ea typeface="Poppins 2 Bold"/>
                <a:cs typeface="Poppins 2 Bold"/>
                <a:sym typeface="Poppins 2 Bold"/>
              </a:rPr>
              <a:t> </a:t>
            </a:r>
            <a:r>
              <a:rPr lang="en-US" b="true" sz="4500" strike="noStrike" u="none">
                <a:solidFill>
                  <a:srgbClr val="FFFFFF"/>
                </a:solidFill>
                <a:latin typeface="Poppins 2 Bold"/>
                <a:ea typeface="Poppins 2 Bold"/>
                <a:cs typeface="Poppins 2 Bold"/>
                <a:sym typeface="Poppins 2 Bold"/>
              </a:rPr>
              <a:t>Liv</a:t>
            </a:r>
            <a:r>
              <a:rPr lang="en-US" b="true" sz="4500" strike="noStrike" u="none">
                <a:solidFill>
                  <a:srgbClr val="FFFFFF"/>
                </a:solidFill>
                <a:latin typeface="Poppins 2 Bold"/>
                <a:ea typeface="Poppins 2 Bold"/>
                <a:cs typeface="Poppins 2 Bold"/>
                <a:sym typeface="Poppins 2 Bold"/>
              </a:rPr>
              <a:t>e</a:t>
            </a:r>
            <a:r>
              <a:rPr lang="en-US" b="true" sz="4500" strike="noStrike" u="none">
                <a:solidFill>
                  <a:srgbClr val="FFFFFF"/>
                </a:solidFill>
                <a:latin typeface="Poppins 2 Bold"/>
                <a:ea typeface="Poppins 2 Bold"/>
                <a:cs typeface="Poppins 2 Bold"/>
                <a:sym typeface="Poppins 2 Bold"/>
              </a:rPr>
              <a:t> P</a:t>
            </a:r>
            <a:r>
              <a:rPr lang="en-US" b="true" sz="4500" strike="noStrike" u="none">
                <a:solidFill>
                  <a:srgbClr val="FFFFFF"/>
                </a:solidFill>
                <a:latin typeface="Poppins 2 Bold"/>
                <a:ea typeface="Poppins 2 Bold"/>
                <a:cs typeface="Poppins 2 Bold"/>
                <a:sym typeface="Poppins 2 Bold"/>
              </a:rPr>
              <a:t>r</a:t>
            </a:r>
            <a:r>
              <a:rPr lang="en-US" b="true" sz="4500" strike="noStrike" u="none">
                <a:solidFill>
                  <a:srgbClr val="FFFFFF"/>
                </a:solidFill>
                <a:latin typeface="Poppins 2 Bold"/>
                <a:ea typeface="Poppins 2 Bold"/>
                <a:cs typeface="Poppins 2 Bold"/>
                <a:sym typeface="Poppins 2 Bold"/>
              </a:rPr>
              <a:t>ogr</a:t>
            </a:r>
            <a:r>
              <a:rPr lang="en-US" b="true" sz="4500" strike="noStrike" u="none">
                <a:solidFill>
                  <a:srgbClr val="FFFFFF"/>
                </a:solidFill>
                <a:latin typeface="Poppins 2 Bold"/>
                <a:ea typeface="Poppins 2 Bold"/>
                <a:cs typeface="Poppins 2 Bold"/>
                <a:sym typeface="Poppins 2 Bold"/>
              </a:rPr>
              <a:t>a</a:t>
            </a:r>
            <a:r>
              <a:rPr lang="en-US" b="true" sz="4500" strike="noStrike" u="none">
                <a:solidFill>
                  <a:srgbClr val="FFFFFF"/>
                </a:solidFill>
                <a:latin typeface="Poppins 2 Bold"/>
                <a:ea typeface="Poppins 2 Bold"/>
                <a:cs typeface="Poppins 2 Bold"/>
                <a:sym typeface="Poppins 2 Bold"/>
              </a:rPr>
              <a:t>m De</a:t>
            </a:r>
            <a:r>
              <a:rPr lang="en-US" b="true" sz="4500" strike="noStrike" u="none">
                <a:solidFill>
                  <a:srgbClr val="FFFFFF"/>
                </a:solidFill>
                <a:latin typeface="Poppins 2 Bold"/>
                <a:ea typeface="Poppins 2 Bold"/>
                <a:cs typeface="Poppins 2 Bold"/>
                <a:sym typeface="Poppins 2 Bold"/>
              </a:rPr>
              <a:t>s</a:t>
            </a:r>
            <a:r>
              <a:rPr lang="en-US" b="true" sz="4500" strike="noStrike" u="none">
                <a:solidFill>
                  <a:srgbClr val="FFFFFF"/>
                </a:solidFill>
                <a:latin typeface="Poppins 2 Bold"/>
                <a:ea typeface="Poppins 2 Bold"/>
                <a:cs typeface="Poppins 2 Bold"/>
                <a:sym typeface="Poppins 2 Bold"/>
              </a:rPr>
              <a:t>ktop Apl</a:t>
            </a:r>
            <a:r>
              <a:rPr lang="en-US" b="true" sz="4500" strike="noStrike" u="none">
                <a:solidFill>
                  <a:srgbClr val="FFFFFF"/>
                </a:solidFill>
                <a:latin typeface="Poppins 2 Bold"/>
                <a:ea typeface="Poppins 2 Bold"/>
                <a:cs typeface="Poppins 2 Bold"/>
                <a:sym typeface="Poppins 2 Bold"/>
              </a:rPr>
              <a:t>i</a:t>
            </a:r>
            <a:r>
              <a:rPr lang="en-US" b="true" sz="4500" strike="noStrike" u="none">
                <a:solidFill>
                  <a:srgbClr val="FFFFFF"/>
                </a:solidFill>
                <a:latin typeface="Poppins 2 Bold"/>
                <a:ea typeface="Poppins 2 Bold"/>
                <a:cs typeface="Poppins 2 Bold"/>
                <a:sym typeface="Poppins 2 Bold"/>
              </a:rPr>
              <a:t>ka</a:t>
            </a:r>
            <a:r>
              <a:rPr lang="en-US" b="true" sz="4500" strike="noStrike" u="none">
                <a:solidFill>
                  <a:srgbClr val="FFFFFF"/>
                </a:solidFill>
                <a:latin typeface="Poppins 2 Bold"/>
                <a:ea typeface="Poppins 2 Bold"/>
                <a:cs typeface="Poppins 2 Bold"/>
                <a:sym typeface="Poppins 2 Bold"/>
              </a:rPr>
              <a:t>si (</a:t>
            </a:r>
            <a:r>
              <a:rPr lang="en-US" b="true" sz="4500" strike="noStrike" u="none">
                <a:solidFill>
                  <a:srgbClr val="FFFFFF"/>
                </a:solidFill>
                <a:latin typeface="Poppins 2 Bold"/>
                <a:ea typeface="Poppins 2 Bold"/>
                <a:cs typeface="Poppins 2 Bold"/>
                <a:sym typeface="Poppins 2 Bold"/>
              </a:rPr>
              <a:t>ex</a:t>
            </a:r>
            <a:r>
              <a:rPr lang="en-US" b="true" sz="4500" strike="noStrike" u="none">
                <a:solidFill>
                  <a:srgbClr val="FFFFFF"/>
                </a:solidFill>
                <a:latin typeface="Poppins 2 Bold"/>
                <a:ea typeface="Poppins 2 Bold"/>
                <a:cs typeface="Poppins 2 Bold"/>
                <a:sym typeface="Poppins 2 Bold"/>
              </a:rPr>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DAHNxqmp4oM</dc:identifier>
  <dcterms:modified xsi:type="dcterms:W3CDTF">2011-08-01T06:04:30Z</dcterms:modified>
  <cp:revision>1</cp:revision>
  <dc:title>SISTEM NAVIGASI KAMPUS PINTAR_KELOMPOK 1_KELAS A_TEKNIK INFORMATIKA</dc:title>
</cp:coreProperties>
</file>